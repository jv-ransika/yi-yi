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8" r:id="rId3"/>
    <p:sldId id="275" r:id="rId4"/>
    <p:sldId id="270" r:id="rId5"/>
    <p:sldId id="271" r:id="rId6"/>
    <p:sldId id="272" r:id="rId7"/>
    <p:sldId id="276" r:id="rId8"/>
    <p:sldId id="277" r:id="rId9"/>
    <p:sldId id="259" r:id="rId10"/>
    <p:sldId id="278" r:id="rId11"/>
    <p:sldId id="279" r:id="rId12"/>
    <p:sldId id="257" r:id="rId13"/>
    <p:sldId id="260" r:id="rId14"/>
    <p:sldId id="261" r:id="rId15"/>
    <p:sldId id="262" r:id="rId16"/>
    <p:sldId id="26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DDDD"/>
    <a:srgbClr val="006A62"/>
    <a:srgbClr val="001B09"/>
    <a:srgbClr val="00DE72"/>
    <a:srgbClr val="00B050"/>
    <a:srgbClr val="218265"/>
    <a:srgbClr val="EEF0EF"/>
    <a:srgbClr val="FDCB44"/>
    <a:srgbClr val="2B4288"/>
    <a:srgbClr val="A4B2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>
        <p:scale>
          <a:sx n="52" d="100"/>
          <a:sy n="52" d="100"/>
        </p:scale>
        <p:origin x="1492" y="1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7299AF-9171-4A3E-BE55-19D5A6A6CEE6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550394-1498-43C8-BB16-E1812EFAD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614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550394-1498-43C8-BB16-E1812EFAD08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5331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550394-1498-43C8-BB16-E1812EFAD08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6935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90556-B302-6A08-2678-263EBC0F5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43A08B-BC3C-748B-9494-5D12224384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3EF17D-BC42-579E-A45B-8B801FE5A1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04E6D2-76EF-B004-B3A9-24BACC3BE5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550394-1498-43C8-BB16-E1812EFAD08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1773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550394-1498-43C8-BB16-E1812EFAD08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9075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13B79-E9C8-E1B7-ED3C-B7FBA09C7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24EF78-2756-90B6-9965-E134268C6C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636EDC-72F2-A994-41D9-974CD56E80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601315-C6CC-67BE-6E81-C6EC7D966E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550394-1498-43C8-BB16-E1812EFAD08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8122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C1C9C-ED3A-1989-70E6-BA829D317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5D1496-0C12-8B5B-837C-8A4C5ED987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CFAD7D-5111-0EA3-2D05-CE256EF089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453545-B4AC-45C0-BFF6-4D2151F37F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550394-1498-43C8-BB16-E1812EFAD08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9359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48955-B9EC-AF2C-BA0E-2F06A1058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174BC6-86BE-97FD-C8E2-6A1332FEFD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D5239E-A9DD-FA88-8E7D-EECC8CE1E1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D0CBA7-34F1-AC88-A23A-BF4CC85EAA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550394-1498-43C8-BB16-E1812EFAD08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8343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CEE20-8FAD-A984-FA97-BC9EC27BC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98301C-8195-38C7-A56F-F7D7ED0B4C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3A5F38-4FA7-E4DB-5F6A-A3A3400587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DCCC9B-FD99-CE5E-0A00-8A7B4F5A3A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550394-1498-43C8-BB16-E1812EFAD08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9687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D88B6-0C43-1EED-6D2B-A95B2DDBA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557A7C-9532-EFF0-AAC7-28766D52AB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DC4EA8-957C-8B3F-88D0-06DDA9FE45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C59F34-C3B2-B6C0-C8EB-B4788563E7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550394-1498-43C8-BB16-E1812EFAD08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596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6F505-889D-9140-1C0A-06152FAF1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7F4815-2866-399A-32C3-C635D995BC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D3BA51-97CA-F881-C85E-83C00E0C99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B5182C-8092-0366-4159-2655097D17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550394-1498-43C8-BB16-E1812EFAD08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417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01608-D5F4-25E4-0F60-A09FBC0ED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CA7D07-4610-CF54-EA84-4F3EA70833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655EE2-0258-DBCE-4EF8-BDBA46AEA4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CBF059-A65B-F8BC-6CA2-4F200DD55D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550394-1498-43C8-BB16-E1812EFAD08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4308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55313-D74F-6BC7-A19F-5792B48F9D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AB2428-6593-455F-9AB2-5E546AEAE9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0A6BAF-A7C9-9FA5-51B7-AF22697FB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10C29-27AD-4051-BBC6-16B305B635C7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53D2AA-CDBA-CA1D-C7B6-95014886B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E61D0D-10E2-B694-BD3F-7BA8A1C2F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62156-7153-41F9-AFEE-0CD8D9CCA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42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21BDB-469A-A5D1-0519-E16CCBE93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3F3A3-2394-AD89-A807-E465AAAA09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973DF4-DCD8-0A99-F2FF-26116DE30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10C29-27AD-4051-BBC6-16B305B635C7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63F348-BC0E-54D4-09A7-A80A2F591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5415E5-C90C-2FF4-2935-069583CAC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62156-7153-41F9-AFEE-0CD8D9CCA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21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9B8BB-514F-3303-5536-F7BC67954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F9CD24-0C9C-E3FB-3D14-83097FA5AE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B34109-32D2-D68B-DAD0-6F53A45FF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10C29-27AD-4051-BBC6-16B305B635C7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E6B44B-D4EC-7181-DF15-1AF7E168F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52D65-B3FD-0DD4-082E-31C03AA0E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62156-7153-41F9-AFEE-0CD8D9CCA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901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30CDD-C5BA-18D1-DF6E-26C950DD4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06FFC-D734-0D95-17CE-A96BA34326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73E5AA-3188-8FF7-9C96-EF9D1572AC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A45435-802E-2881-9605-33978AD6B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10C29-27AD-4051-BBC6-16B305B635C7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B7CCB6-6E01-0D92-8428-629623FF5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6CFA3C-8BA5-E38F-337F-FBE1F96FE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62156-7153-41F9-AFEE-0CD8D9CCA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032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926BA-D903-7833-FAF1-BCC2E3603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BA5FAB-00F8-E370-6576-4A5D692BB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EF91DD-D672-41AA-F4D5-A501E2A446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5FF577-1DA2-DF06-ACF8-70B2893AB7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246069-16A7-9F8E-2AC6-A7A8E73B1B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9263E2-D5E6-F272-FE41-6C5E40AEB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10C29-27AD-4051-BBC6-16B305B635C7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89DA11-CE6B-735A-464B-3E24A3E25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EBC133-06D2-BE95-340F-251E63A7B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62156-7153-41F9-AFEE-0CD8D9CCA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365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33384-F7CF-E23C-0344-06D44B679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C63190-9EA0-1C22-3EE0-1BE4D336E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10C29-27AD-4051-BBC6-16B305B635C7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24E1C0-41A1-542E-7C6C-DA0EF6531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93D1A6-53F5-A255-5FD8-F9ED6FBDC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62156-7153-41F9-AFEE-0CD8D9CCA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757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677C9F-BE47-2588-FF90-9C35A811C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10C29-27AD-4051-BBC6-16B305B635C7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31FEEC-B357-61DD-911B-2DAB0BD25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59AAD1-C8AC-E9DF-7F58-7972D1122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62156-7153-41F9-AFEE-0CD8D9CCA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607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D05AC-F3FE-880C-F536-680D60889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4A4A17-E234-79AD-456B-D09D9FBA43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A84A13-69C3-5FAF-A17A-664E6127C6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DED0D7-C417-797B-68A6-2A01A51A9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10C29-27AD-4051-BBC6-16B305B635C7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00E43F-D16B-F653-E915-37D790255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768D71-3653-8BEE-4185-1F22C2CB0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62156-7153-41F9-AFEE-0CD8D9CCA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167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609B7-E1EA-7453-3498-B2E3AF262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A516DB-3414-C607-6FCE-D5AE6C4895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71221E-1F17-EB02-9572-9555D692C2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659E04-F1E2-CDE7-7B24-E4A7181CE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10C29-27AD-4051-BBC6-16B305B635C7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2A9AF1-26CD-EA9B-7021-283D264F5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89658C-F57C-81A6-DC25-18E772E8E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62156-7153-41F9-AFEE-0CD8D9CCA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79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9DB54-4A25-0CBA-6B61-3FE0163E5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C3CC96-0DEB-2FA6-406B-0BCA0D7951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F28084-BB8D-D650-4530-05458EDE9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10C29-27AD-4051-BBC6-16B305B635C7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6C227-C62B-291D-CD82-7B723C6A0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09DCE9-85AD-13DD-AFDD-7E58BBB44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62156-7153-41F9-AFEE-0CD8D9CCA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229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BFECFD-5E73-5775-C987-DAD034F54C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5C5403-CA3C-6ABF-EBCD-0220ED0469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8134D-48C7-6CBC-B06F-4C691C4B0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10C29-27AD-4051-BBC6-16B305B635C7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AEB97C-8937-BFC3-58AE-423AC7DD9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E64DE2-EB5D-045A-B241-AA5EAB699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62156-7153-41F9-AFEE-0CD8D9CCA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581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FB1A4F-D2D1-CEE2-B045-E067D09B7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83D8D3-8D4F-77EE-BF19-A792F8C6BE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3B8EB-3830-8896-81DB-EC23CD95B1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410C29-27AD-4051-BBC6-16B305B635C7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AF159-8EB5-7E80-5D15-4DC772EA48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F7A0FC-7039-2B2C-8C2F-F9A114FD48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462156-7153-41F9-AFEE-0CD8D9CCA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296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12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0.jpg"/><Relationship Id="rId5" Type="http://schemas.openxmlformats.org/officeDocument/2006/relationships/image" Target="../media/image5.png"/><Relationship Id="rId10" Type="http://schemas.openxmlformats.org/officeDocument/2006/relationships/image" Target="../media/image9.jpeg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13.png"/><Relationship Id="rId7" Type="http://schemas.openxmlformats.org/officeDocument/2006/relationships/image" Target="../media/image11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g"/><Relationship Id="rId5" Type="http://schemas.openxmlformats.org/officeDocument/2006/relationships/image" Target="../media/image3.png"/><Relationship Id="rId4" Type="http://schemas.microsoft.com/office/2007/relationships/hdphoto" Target="../media/hdphoto1.wdp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3.png"/><Relationship Id="rId7" Type="http://schemas.openxmlformats.org/officeDocument/2006/relationships/image" Target="../media/image10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microsoft.com/office/2007/relationships/hdphoto" Target="../media/hdphoto1.wdp"/><Relationship Id="rId10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1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microsoft.com/office/2007/relationships/hdphoto" Target="../media/hdphoto1.wdp"/><Relationship Id="rId7" Type="http://schemas.openxmlformats.org/officeDocument/2006/relationships/image" Target="../media/image11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9.jpeg"/><Relationship Id="rId4" Type="http://schemas.openxmlformats.org/officeDocument/2006/relationships/image" Target="../media/image10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microsoft.com/office/2007/relationships/hdphoto" Target="../media/hdphoto1.wdp"/><Relationship Id="rId7" Type="http://schemas.openxmlformats.org/officeDocument/2006/relationships/image" Target="../media/image11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9.jpeg"/><Relationship Id="rId10" Type="http://schemas.openxmlformats.org/officeDocument/2006/relationships/image" Target="../media/image16.png"/><Relationship Id="rId4" Type="http://schemas.openxmlformats.org/officeDocument/2006/relationships/image" Target="../media/image10.jpg"/><Relationship Id="rId9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9.jpeg"/><Relationship Id="rId7" Type="http://schemas.openxmlformats.org/officeDocument/2006/relationships/image" Target="../media/image15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1.jp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8.png"/><Relationship Id="rId7" Type="http://schemas.microsoft.com/office/2007/relationships/hdphoto" Target="../media/hdphoto2.wdp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8.png"/><Relationship Id="rId4" Type="http://schemas.openxmlformats.org/officeDocument/2006/relationships/image" Target="../media/image19.png"/><Relationship Id="rId9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11" Type="http://schemas.openxmlformats.org/officeDocument/2006/relationships/image" Target="../media/image3.png"/><Relationship Id="rId5" Type="http://schemas.openxmlformats.org/officeDocument/2006/relationships/image" Target="../media/image20.png"/><Relationship Id="rId10" Type="http://schemas.microsoft.com/office/2007/relationships/hdphoto" Target="../media/hdphoto3.wdp"/><Relationship Id="rId4" Type="http://schemas.openxmlformats.org/officeDocument/2006/relationships/image" Target="../media/image19.png"/><Relationship Id="rId9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9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20.png"/><Relationship Id="rId10" Type="http://schemas.openxmlformats.org/officeDocument/2006/relationships/image" Target="../media/image8.png"/><Relationship Id="rId4" Type="http://schemas.openxmlformats.org/officeDocument/2006/relationships/image" Target="../media/image18.png"/><Relationship Id="rId9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11" Type="http://schemas.openxmlformats.org/officeDocument/2006/relationships/image" Target="../media/image23.png"/><Relationship Id="rId5" Type="http://schemas.openxmlformats.org/officeDocument/2006/relationships/image" Target="../media/image20.png"/><Relationship Id="rId10" Type="http://schemas.microsoft.com/office/2007/relationships/hdphoto" Target="../media/hdphoto3.wdp"/><Relationship Id="rId4" Type="http://schemas.openxmlformats.org/officeDocument/2006/relationships/image" Target="../media/image18.png"/><Relationship Id="rId9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F9BF4E8-3425-2DB1-379C-EBA0921615CB}"/>
              </a:ext>
            </a:extLst>
          </p:cNvPr>
          <p:cNvSpPr/>
          <p:nvPr/>
        </p:nvSpPr>
        <p:spPr>
          <a:xfrm>
            <a:off x="597327" y="552322"/>
            <a:ext cx="10997347" cy="5619878"/>
          </a:xfrm>
          <a:prstGeom prst="roundRect">
            <a:avLst>
              <a:gd name="adj" fmla="val 6890"/>
            </a:avLst>
          </a:prstGeom>
          <a:solidFill>
            <a:schemeClr val="bg1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tx1"/>
                </a:gs>
                <a:gs pos="83000">
                  <a:schemeClr val="tx1"/>
                </a:gs>
                <a:gs pos="100000">
                  <a:schemeClr val="bg1"/>
                </a:gs>
              </a:gsLst>
              <a:lin ang="11400000" scaled="0"/>
            </a:gradFill>
          </a:ln>
          <a:effectLst>
            <a:outerShdw blurRad="1270000" dist="177800" dir="4800000" sx="102000" sy="102000" algn="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BC63CD-9DE9-975E-26C8-B5C9BFFA15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3568" y="6341157"/>
            <a:ext cx="654604" cy="386624"/>
          </a:xfrm>
        </p:spPr>
        <p:txBody>
          <a:bodyPr anchor="ctr">
            <a:normAutofit/>
          </a:bodyPr>
          <a:lstStyle/>
          <a:p>
            <a:pPr algn="l"/>
            <a:r>
              <a:rPr lang="en-GB" sz="2000" dirty="0">
                <a:latin typeface="Google Sans Flex ExtraBold" panose="020B0503030502040204" pitchFamily="34" charset="0"/>
                <a:ea typeface="Google Sans Flex ExtraBold" panose="020B0503030502040204" pitchFamily="34" charset="0"/>
                <a:cs typeface="Google Sans Flex ExtraBold" panose="020B0503030502040204" pitchFamily="34" charset="0"/>
              </a:rPr>
              <a:t>GO</a:t>
            </a:r>
            <a:endParaRPr lang="en-US" sz="2000" dirty="0">
              <a:latin typeface="Google Sans Flex ExtraBold" panose="020B0503030502040204" pitchFamily="34" charset="0"/>
              <a:ea typeface="Google Sans Flex ExtraBold" panose="020B0503030502040204" pitchFamily="34" charset="0"/>
              <a:cs typeface="Google Sans Flex ExtraBold" panose="020B050303050204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AEA2030-01EB-035C-D5CD-2C47EDC76054}"/>
              </a:ext>
            </a:extLst>
          </p:cNvPr>
          <p:cNvSpPr txBox="1">
            <a:spLocks/>
          </p:cNvSpPr>
          <p:nvPr/>
        </p:nvSpPr>
        <p:spPr>
          <a:xfrm>
            <a:off x="10940069" y="6341157"/>
            <a:ext cx="654604" cy="3866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GB" sz="1400" dirty="0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01</a:t>
            </a:r>
            <a:endParaRPr lang="en-US" sz="1400" dirty="0">
              <a:latin typeface="Google Sans Flex" panose="020B0503030502040204" pitchFamily="34" charset="0"/>
              <a:ea typeface="Google Sans Flex" panose="020B0503030502040204" pitchFamily="34" charset="0"/>
              <a:cs typeface="Google Sans Flex" panose="020B050303050204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CA3756F-8CFD-A0AE-038F-0DADEA23C7C8}"/>
              </a:ext>
            </a:extLst>
          </p:cNvPr>
          <p:cNvSpPr txBox="1">
            <a:spLocks/>
          </p:cNvSpPr>
          <p:nvPr/>
        </p:nvSpPr>
        <p:spPr>
          <a:xfrm>
            <a:off x="583039" y="6328883"/>
            <a:ext cx="1071914" cy="3866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1200" dirty="0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WayPoint  |</a:t>
            </a:r>
            <a:endParaRPr lang="en-US" sz="1200" dirty="0">
              <a:latin typeface="Google Sans Flex" panose="020B0503030502040204" pitchFamily="34" charset="0"/>
              <a:ea typeface="Google Sans Flex" panose="020B0503030502040204" pitchFamily="34" charset="0"/>
              <a:cs typeface="Google Sans Flex" panose="020B0503030502040204" pitchFamily="34" charset="0"/>
            </a:endParaRPr>
          </a:p>
        </p:txBody>
      </p:sp>
      <p:pic>
        <p:nvPicPr>
          <p:cNvPr id="10" name="GO_animation">
            <a:hlinkClick r:id="" action="ppaction://media"/>
            <a:extLst>
              <a:ext uri="{FF2B5EF4-FFF2-40B4-BE49-F238E27FC236}">
                <a16:creationId xmlns:a16="http://schemas.microsoft.com/office/drawing/2014/main" id="{77785CCD-0529-4387-6CB9-7406F9F8914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2697" t="16400" r="2393" b="22825"/>
          <a:stretch>
            <a:fillRect/>
          </a:stretch>
        </p:blipFill>
        <p:spPr>
          <a:xfrm>
            <a:off x="1654952" y="1535906"/>
            <a:ext cx="8746347" cy="3150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102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516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AEA2030-01EB-035C-D5CD-2C47EDC76054}"/>
              </a:ext>
            </a:extLst>
          </p:cNvPr>
          <p:cNvSpPr txBox="1">
            <a:spLocks/>
          </p:cNvSpPr>
          <p:nvPr/>
        </p:nvSpPr>
        <p:spPr>
          <a:xfrm>
            <a:off x="10940069" y="6341157"/>
            <a:ext cx="654604" cy="3866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GB" sz="1400" dirty="0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01</a:t>
            </a:r>
            <a:endParaRPr lang="en-US" sz="1400" dirty="0">
              <a:latin typeface="Google Sans Flex" panose="020B0503030502040204" pitchFamily="34" charset="0"/>
              <a:ea typeface="Google Sans Flex" panose="020B0503030502040204" pitchFamily="34" charset="0"/>
              <a:cs typeface="Google Sans Flex" panose="020B050303050204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F168AEA-A906-E79E-734D-C7F38A64CA9A}"/>
              </a:ext>
            </a:extLst>
          </p:cNvPr>
          <p:cNvSpPr txBox="1">
            <a:spLocks/>
          </p:cNvSpPr>
          <p:nvPr/>
        </p:nvSpPr>
        <p:spPr>
          <a:xfrm>
            <a:off x="1385905" y="1801280"/>
            <a:ext cx="9420191" cy="16277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5400" dirty="0">
                <a:solidFill>
                  <a:srgbClr val="00B050"/>
                </a:solidFill>
                <a:latin typeface="Google Sans Flex SemiBold" panose="020B0503030502040204" pitchFamily="34" charset="0"/>
                <a:ea typeface="Google Sans Flex SemiBold" panose="020B0503030502040204" pitchFamily="34" charset="0"/>
                <a:cs typeface="Google Sans Flex SemiBold" panose="020B0503030502040204" pitchFamily="34" charset="0"/>
              </a:rPr>
              <a:t>Every Morning, </a:t>
            </a:r>
            <a:r>
              <a:rPr lang="en-GB" sz="5400" dirty="0">
                <a:latin typeface="Google Sans Flex Light" panose="020B0503030502040204" pitchFamily="34" charset="0"/>
                <a:ea typeface="Google Sans Flex Light" panose="020B0503030502040204" pitchFamily="34" charset="0"/>
                <a:cs typeface="Google Sans Flex Light" panose="020B0503030502040204" pitchFamily="34" charset="0"/>
              </a:rPr>
              <a:t>120 stores wait on one spreadsheet</a:t>
            </a:r>
            <a:endParaRPr lang="en-US" sz="5400" dirty="0">
              <a:latin typeface="Google Sans Flex Light" panose="020B0503030502040204" pitchFamily="34" charset="0"/>
              <a:ea typeface="Google Sans Flex Light" panose="020B0503030502040204" pitchFamily="34" charset="0"/>
              <a:cs typeface="Google Sans Flex Light" panose="020B050303050204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0C802FA-CA70-4CA1-7CC5-C078397EDF7F}"/>
              </a:ext>
            </a:extLst>
          </p:cNvPr>
          <p:cNvSpPr/>
          <p:nvPr/>
        </p:nvSpPr>
        <p:spPr>
          <a:xfrm>
            <a:off x="1516006" y="3705855"/>
            <a:ext cx="1520406" cy="3535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BFDED0D7-BAB1-D977-45D3-F7D5E095A1F3}"/>
              </a:ext>
            </a:extLst>
          </p:cNvPr>
          <p:cNvSpPr txBox="1">
            <a:spLocks/>
          </p:cNvSpPr>
          <p:nvPr/>
        </p:nvSpPr>
        <p:spPr>
          <a:xfrm>
            <a:off x="1567797" y="3721295"/>
            <a:ext cx="1419045" cy="3426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800" dirty="0">
                <a:latin typeface="Google Sans Flex SemiBold" panose="020B0503030502040204" pitchFamily="34" charset="0"/>
                <a:ea typeface="Google Sans Flex SemiBold" panose="020B0503030502040204" pitchFamily="34" charset="0"/>
                <a:cs typeface="Google Sans Flex SemiBold" panose="020B0503030502040204" pitchFamily="34" charset="0"/>
              </a:rPr>
              <a:t>Fresh · 80</a:t>
            </a:r>
            <a:endParaRPr lang="en-US" sz="1800" dirty="0">
              <a:latin typeface="Google Sans Flex SemiBold" panose="020B0503030502040204" pitchFamily="34" charset="0"/>
              <a:ea typeface="Google Sans Flex SemiBold" panose="020B0503030502040204" pitchFamily="34" charset="0"/>
              <a:cs typeface="Google Sans Flex SemiBold" panose="020B050303050204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5EEC5BC-467C-F27C-92A3-C37A515CAE82}"/>
              </a:ext>
            </a:extLst>
          </p:cNvPr>
          <p:cNvSpPr/>
          <p:nvPr/>
        </p:nvSpPr>
        <p:spPr>
          <a:xfrm>
            <a:off x="3473857" y="3705855"/>
            <a:ext cx="1398401" cy="3535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5DBC892-9BAC-CF4D-7C24-03EA3BCAF287}"/>
              </a:ext>
            </a:extLst>
          </p:cNvPr>
          <p:cNvSpPr txBox="1">
            <a:spLocks/>
          </p:cNvSpPr>
          <p:nvPr/>
        </p:nvSpPr>
        <p:spPr>
          <a:xfrm>
            <a:off x="3457876" y="3721295"/>
            <a:ext cx="1419045" cy="3426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800" dirty="0">
                <a:latin typeface="Google Sans Flex SemiBold" panose="020B0503030502040204" pitchFamily="34" charset="0"/>
                <a:ea typeface="Google Sans Flex SemiBold" panose="020B0503030502040204" pitchFamily="34" charset="0"/>
                <a:cs typeface="Google Sans Flex SemiBold" panose="020B0503030502040204" pitchFamily="34" charset="0"/>
              </a:rPr>
              <a:t>Style · 25</a:t>
            </a:r>
            <a:endParaRPr lang="en-US" sz="1800" dirty="0">
              <a:latin typeface="Google Sans Flex SemiBold" panose="020B0503030502040204" pitchFamily="34" charset="0"/>
              <a:ea typeface="Google Sans Flex SemiBold" panose="020B0503030502040204" pitchFamily="34" charset="0"/>
              <a:cs typeface="Google Sans Flex SemiBold" panose="020B0503030502040204" pitchFamily="34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58D8495-4930-83ED-7709-29BF44FFD3A6}"/>
              </a:ext>
            </a:extLst>
          </p:cNvPr>
          <p:cNvSpPr/>
          <p:nvPr/>
        </p:nvSpPr>
        <p:spPr>
          <a:xfrm>
            <a:off x="5304864" y="3705855"/>
            <a:ext cx="1387930" cy="3535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E351499F-C484-908C-6ABE-053C760C4BDE}"/>
              </a:ext>
            </a:extLst>
          </p:cNvPr>
          <p:cNvSpPr txBox="1">
            <a:spLocks/>
          </p:cNvSpPr>
          <p:nvPr/>
        </p:nvSpPr>
        <p:spPr>
          <a:xfrm>
            <a:off x="5280778" y="3721295"/>
            <a:ext cx="1419045" cy="3426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800" dirty="0">
                <a:latin typeface="Google Sans Flex SemiBold" panose="020B0503030502040204" pitchFamily="34" charset="0"/>
                <a:ea typeface="Google Sans Flex SemiBold" panose="020B0503030502040204" pitchFamily="34" charset="0"/>
                <a:cs typeface="Google Sans Flex SemiBold" panose="020B0503030502040204" pitchFamily="34" charset="0"/>
              </a:rPr>
              <a:t>Tech · 15</a:t>
            </a:r>
            <a:endParaRPr lang="en-US" sz="1800" dirty="0">
              <a:latin typeface="Google Sans Flex SemiBold" panose="020B0503030502040204" pitchFamily="34" charset="0"/>
              <a:ea typeface="Google Sans Flex SemiBold" panose="020B0503030502040204" pitchFamily="34" charset="0"/>
              <a:cs typeface="Google Sans Flex SemiBold" panose="020B0503030502040204" pitchFamily="34" charset="0"/>
            </a:endParaRP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C8A7E61C-61C4-522C-5DDE-0D4C6222878D}"/>
              </a:ext>
            </a:extLst>
          </p:cNvPr>
          <p:cNvSpPr txBox="1">
            <a:spLocks/>
          </p:cNvSpPr>
          <p:nvPr/>
        </p:nvSpPr>
        <p:spPr>
          <a:xfrm>
            <a:off x="1487654" y="4561733"/>
            <a:ext cx="7210672" cy="338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000" dirty="0">
                <a:latin typeface="Google Sans Flex Light" panose="020B0503030502040204" pitchFamily="34" charset="0"/>
                <a:ea typeface="Google Sans Flex Light" panose="020B0503030502040204" pitchFamily="34" charset="0"/>
                <a:cs typeface="Google Sans Flex Light" panose="020B0503030502040204" pitchFamily="34" charset="0"/>
              </a:rPr>
              <a:t>2 Deports · 60 vehicles, Only 16 can carry chilled</a:t>
            </a:r>
            <a:endParaRPr lang="en-US" sz="2000" dirty="0">
              <a:latin typeface="Google Sans Flex Light" panose="020B0503030502040204" pitchFamily="34" charset="0"/>
              <a:ea typeface="Google Sans Flex Light" panose="020B0503030502040204" pitchFamily="34" charset="0"/>
              <a:cs typeface="Google Sans Flex Light" panose="020B0503030502040204" pitchFamily="34" charset="0"/>
            </a:endParaRP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53636402-95C5-9F9C-1415-2AEA068B28AF}"/>
              </a:ext>
            </a:extLst>
          </p:cNvPr>
          <p:cNvGrpSpPr/>
          <p:nvPr/>
        </p:nvGrpSpPr>
        <p:grpSpPr>
          <a:xfrm>
            <a:off x="754077" y="7115529"/>
            <a:ext cx="4324864" cy="1369047"/>
            <a:chOff x="734154" y="3734648"/>
            <a:chExt cx="4324864" cy="1369047"/>
          </a:xfrm>
        </p:grpSpPr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111375BA-B259-E70F-A1AD-AB3091C3FD44}"/>
                </a:ext>
              </a:extLst>
            </p:cNvPr>
            <p:cNvSpPr/>
            <p:nvPr/>
          </p:nvSpPr>
          <p:spPr>
            <a:xfrm>
              <a:off x="734154" y="3734648"/>
              <a:ext cx="4324864" cy="1369047"/>
            </a:xfrm>
            <a:prstGeom prst="roundRect">
              <a:avLst>
                <a:gd name="adj" fmla="val 18827"/>
              </a:avLst>
            </a:prstGeom>
            <a:solidFill>
              <a:schemeClr val="bg1"/>
            </a:solidFill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tx1"/>
                  </a:gs>
                  <a:gs pos="83000">
                    <a:schemeClr val="tx1"/>
                  </a:gs>
                  <a:gs pos="100000">
                    <a:schemeClr val="bg1"/>
                  </a:gs>
                </a:gsLst>
                <a:lin ang="11400000" scaled="0"/>
              </a:gradFill>
            </a:ln>
            <a:effectLst>
              <a:outerShdw blurRad="1270000" dist="177800" dir="4800000" sx="102000" sy="102000" algn="l" rotWithShape="0">
                <a:prstClr val="black">
                  <a:alpha val="1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2" name="Picture 71" descr="File:IMessage logo.svg - Wikimedia Commons">
              <a:extLst>
                <a:ext uri="{FF2B5EF4-FFF2-40B4-BE49-F238E27FC236}">
                  <a16:creationId xmlns:a16="http://schemas.microsoft.com/office/drawing/2014/main" id="{8239450E-B16C-A18A-88CF-1546188F6D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9173" y="3913686"/>
              <a:ext cx="338120" cy="338120"/>
            </a:xfrm>
            <a:prstGeom prst="rect">
              <a:avLst/>
            </a:prstGeom>
          </p:spPr>
        </p:pic>
        <p:sp>
          <p:nvSpPr>
            <p:cNvPr id="73" name="Title 1">
              <a:extLst>
                <a:ext uri="{FF2B5EF4-FFF2-40B4-BE49-F238E27FC236}">
                  <a16:creationId xmlns:a16="http://schemas.microsoft.com/office/drawing/2014/main" id="{4EB1FE8B-BEAC-2462-86F7-79BD3B6A5FD7}"/>
                </a:ext>
              </a:extLst>
            </p:cNvPr>
            <p:cNvSpPr txBox="1">
              <a:spLocks/>
            </p:cNvSpPr>
            <p:nvPr/>
          </p:nvSpPr>
          <p:spPr>
            <a:xfrm>
              <a:off x="1279757" y="3905269"/>
              <a:ext cx="2062295" cy="352217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GB" sz="1400" dirty="0">
                  <a:latin typeface="Google Sans Flex Light" panose="020B0503030502040204" pitchFamily="34" charset="0"/>
                  <a:ea typeface="Google Sans Flex Light" panose="020B0503030502040204" pitchFamily="34" charset="0"/>
                  <a:cs typeface="Google Sans Flex Light" panose="020B0503030502040204" pitchFamily="34" charset="0"/>
                </a:rPr>
                <a:t>Messages</a:t>
              </a:r>
              <a:endParaRPr lang="en-US" sz="1400" dirty="0">
                <a:latin typeface="Google Sans Flex Light" panose="020B0503030502040204" pitchFamily="34" charset="0"/>
                <a:ea typeface="Google Sans Flex Light" panose="020B0503030502040204" pitchFamily="34" charset="0"/>
                <a:cs typeface="Google Sans Flex Light" panose="020B0503030502040204" pitchFamily="34" charset="0"/>
              </a:endParaRPr>
            </a:p>
          </p:txBody>
        </p:sp>
        <p:sp>
          <p:nvSpPr>
            <p:cNvPr id="74" name="Title 1">
              <a:extLst>
                <a:ext uri="{FF2B5EF4-FFF2-40B4-BE49-F238E27FC236}">
                  <a16:creationId xmlns:a16="http://schemas.microsoft.com/office/drawing/2014/main" id="{771DA527-833F-CA06-6CB2-4BF151551C2C}"/>
                </a:ext>
              </a:extLst>
            </p:cNvPr>
            <p:cNvSpPr txBox="1">
              <a:spLocks/>
            </p:cNvSpPr>
            <p:nvPr/>
          </p:nvSpPr>
          <p:spPr>
            <a:xfrm>
              <a:off x="2745982" y="3905269"/>
              <a:ext cx="2062295" cy="352217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en-GB" sz="1400" dirty="0">
                  <a:latin typeface="Google Sans Flex Light" panose="020B0503030502040204" pitchFamily="34" charset="0"/>
                  <a:ea typeface="Google Sans Flex Light" panose="020B0503030502040204" pitchFamily="34" charset="0"/>
                  <a:cs typeface="Google Sans Flex Light" panose="020B0503030502040204" pitchFamily="34" charset="0"/>
                </a:rPr>
                <a:t>now</a:t>
              </a:r>
              <a:endParaRPr lang="en-US" sz="1400" dirty="0">
                <a:latin typeface="Google Sans Flex Light" panose="020B0503030502040204" pitchFamily="34" charset="0"/>
                <a:ea typeface="Google Sans Flex Light" panose="020B0503030502040204" pitchFamily="34" charset="0"/>
                <a:cs typeface="Google Sans Flex Light" panose="020B0503030502040204" pitchFamily="34" charset="0"/>
              </a:endParaRPr>
            </a:p>
          </p:txBody>
        </p:sp>
        <p:sp>
          <p:nvSpPr>
            <p:cNvPr id="75" name="Title 1">
              <a:extLst>
                <a:ext uri="{FF2B5EF4-FFF2-40B4-BE49-F238E27FC236}">
                  <a16:creationId xmlns:a16="http://schemas.microsoft.com/office/drawing/2014/main" id="{F0FDBFCE-B4DF-6A24-85B7-5777B4CDE1B7}"/>
                </a:ext>
              </a:extLst>
            </p:cNvPr>
            <p:cNvSpPr txBox="1">
              <a:spLocks/>
            </p:cNvSpPr>
            <p:nvPr/>
          </p:nvSpPr>
          <p:spPr>
            <a:xfrm>
              <a:off x="918647" y="4517768"/>
              <a:ext cx="2727066" cy="41939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GB" sz="1800" dirty="0">
                  <a:latin typeface="Google Sans Flex SemiBold" panose="020B0503030502040204" pitchFamily="34" charset="0"/>
                  <a:ea typeface="Google Sans Flex SemiBold" panose="020B0503030502040204" pitchFamily="34" charset="0"/>
                  <a:cs typeface="Google Sans Flex SemiBold" panose="020B0503030502040204" pitchFamily="34" charset="0"/>
                </a:rPr>
                <a:t>Fresh misses 8 AM</a:t>
              </a:r>
              <a:endParaRPr lang="en-US" sz="1800" dirty="0">
                <a:latin typeface="Google Sans Flex SemiBold" panose="020B0503030502040204" pitchFamily="34" charset="0"/>
                <a:ea typeface="Google Sans Flex SemiBold" panose="020B0503030502040204" pitchFamily="34" charset="0"/>
                <a:cs typeface="Google Sans Flex SemiBold" panose="020B0503030502040204" pitchFamily="34" charset="0"/>
              </a:endParaRPr>
            </a:p>
          </p:txBody>
        </p: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4DBBBF45-E821-C7A4-3876-E77919DB9E34}"/>
                </a:ext>
              </a:extLst>
            </p:cNvPr>
            <p:cNvCxnSpPr/>
            <p:nvPr/>
          </p:nvCxnSpPr>
          <p:spPr>
            <a:xfrm>
              <a:off x="929173" y="4365063"/>
              <a:ext cx="3879104" cy="0"/>
            </a:xfrm>
            <a:prstGeom prst="line">
              <a:avLst/>
            </a:prstGeom>
            <a:ln w="9525">
              <a:gradFill>
                <a:gsLst>
                  <a:gs pos="0">
                    <a:schemeClr val="bg1"/>
                  </a:gs>
                  <a:gs pos="55000">
                    <a:schemeClr val="tx1"/>
                  </a:gs>
                  <a:gs pos="83000">
                    <a:schemeClr val="tx1"/>
                  </a:gs>
                  <a:gs pos="100000">
                    <a:schemeClr val="bg1"/>
                  </a:gs>
                </a:gsLst>
                <a:lin ang="6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3" name="Title 1">
            <a:extLst>
              <a:ext uri="{FF2B5EF4-FFF2-40B4-BE49-F238E27FC236}">
                <a16:creationId xmlns:a16="http://schemas.microsoft.com/office/drawing/2014/main" id="{E073A2A2-50A6-6ABF-AC7B-8C55A35C75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3568" y="6341157"/>
            <a:ext cx="654604" cy="386624"/>
          </a:xfrm>
        </p:spPr>
        <p:txBody>
          <a:bodyPr anchor="ctr">
            <a:normAutofit/>
          </a:bodyPr>
          <a:lstStyle/>
          <a:p>
            <a:pPr algn="l"/>
            <a:r>
              <a:rPr lang="en-GB" sz="2000" dirty="0">
                <a:latin typeface="Google Sans Flex ExtraBold" panose="020B0503030502040204" pitchFamily="34" charset="0"/>
                <a:ea typeface="Google Sans Flex ExtraBold" panose="020B0503030502040204" pitchFamily="34" charset="0"/>
                <a:cs typeface="Google Sans Flex ExtraBold" panose="020B0503030502040204" pitchFamily="34" charset="0"/>
              </a:rPr>
              <a:t>GO</a:t>
            </a:r>
            <a:endParaRPr lang="en-US" sz="2000" dirty="0">
              <a:latin typeface="Google Sans Flex ExtraBold" panose="020B0503030502040204" pitchFamily="34" charset="0"/>
              <a:ea typeface="Google Sans Flex ExtraBold" panose="020B0503030502040204" pitchFamily="34" charset="0"/>
              <a:cs typeface="Google Sans Flex ExtraBold" panose="020B0503030502040204" pitchFamily="34" charset="0"/>
            </a:endParaRPr>
          </a:p>
        </p:txBody>
      </p:sp>
      <p:sp>
        <p:nvSpPr>
          <p:cNvPr id="124" name="Title 1">
            <a:extLst>
              <a:ext uri="{FF2B5EF4-FFF2-40B4-BE49-F238E27FC236}">
                <a16:creationId xmlns:a16="http://schemas.microsoft.com/office/drawing/2014/main" id="{48F0CAA1-4380-4E5B-09F6-37ABFA6F4FCD}"/>
              </a:ext>
            </a:extLst>
          </p:cNvPr>
          <p:cNvSpPr txBox="1">
            <a:spLocks/>
          </p:cNvSpPr>
          <p:nvPr/>
        </p:nvSpPr>
        <p:spPr>
          <a:xfrm>
            <a:off x="583039" y="6328883"/>
            <a:ext cx="1071914" cy="3866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1200" dirty="0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WayPoint  |</a:t>
            </a:r>
            <a:endParaRPr lang="en-US" sz="1200" dirty="0">
              <a:latin typeface="Google Sans Flex" panose="020B0503030502040204" pitchFamily="34" charset="0"/>
              <a:ea typeface="Google Sans Flex" panose="020B0503030502040204" pitchFamily="34" charset="0"/>
              <a:cs typeface="Google Sans Flex" panose="020B0503030502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73918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9D00C-D1F2-F42F-35A8-5C1BD9E52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E6CC4FAE-301D-CD77-0CED-040013DED2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4792" y="7191788"/>
            <a:ext cx="7839735" cy="6854844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DF0822D-DCC9-A1E8-5C80-9E89F1125250}"/>
              </a:ext>
            </a:extLst>
          </p:cNvPr>
          <p:cNvSpPr/>
          <p:nvPr/>
        </p:nvSpPr>
        <p:spPr>
          <a:xfrm>
            <a:off x="7350919" y="552322"/>
            <a:ext cx="4243755" cy="5619878"/>
          </a:xfrm>
          <a:prstGeom prst="roundRect">
            <a:avLst>
              <a:gd name="adj" fmla="val 6890"/>
            </a:avLst>
          </a:prstGeom>
          <a:solidFill>
            <a:schemeClr val="bg1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tx1"/>
                </a:gs>
                <a:gs pos="83000">
                  <a:schemeClr val="tx1"/>
                </a:gs>
                <a:gs pos="100000">
                  <a:schemeClr val="bg1"/>
                </a:gs>
              </a:gsLst>
              <a:lin ang="11400000" scaled="0"/>
            </a:gradFill>
          </a:ln>
          <a:effectLst>
            <a:outerShdw blurRad="1270000" dist="177800" dir="4800000" sx="102000" sy="102000" algn="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B882B24-8E2A-C357-AE9B-34FD564D129D}"/>
              </a:ext>
            </a:extLst>
          </p:cNvPr>
          <p:cNvSpPr txBox="1">
            <a:spLocks/>
          </p:cNvSpPr>
          <p:nvPr/>
        </p:nvSpPr>
        <p:spPr>
          <a:xfrm>
            <a:off x="10940069" y="6341157"/>
            <a:ext cx="654604" cy="3866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GB" sz="1400" dirty="0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01</a:t>
            </a:r>
            <a:endParaRPr lang="en-US" sz="1400" dirty="0">
              <a:latin typeface="Google Sans Flex" panose="020B0503030502040204" pitchFamily="34" charset="0"/>
              <a:ea typeface="Google Sans Flex" panose="020B0503030502040204" pitchFamily="34" charset="0"/>
              <a:cs typeface="Google Sans Flex" panose="020B050303050204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8A7EDB5-18BB-2143-A19F-0A3A69E6F668}"/>
              </a:ext>
            </a:extLst>
          </p:cNvPr>
          <p:cNvSpPr txBox="1">
            <a:spLocks/>
          </p:cNvSpPr>
          <p:nvPr/>
        </p:nvSpPr>
        <p:spPr>
          <a:xfrm>
            <a:off x="691997" y="616018"/>
            <a:ext cx="6337403" cy="1421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600" dirty="0">
                <a:solidFill>
                  <a:srgbClr val="00B050"/>
                </a:solidFill>
                <a:latin typeface="Google Sans Flex SemiBold" panose="020B0503030502040204" pitchFamily="34" charset="0"/>
                <a:ea typeface="Google Sans Flex SemiBold" panose="020B0503030502040204" pitchFamily="34" charset="0"/>
                <a:cs typeface="Google Sans Flex SemiBold" panose="020B0503030502040204" pitchFamily="34" charset="0"/>
              </a:rPr>
              <a:t>Every Morning, </a:t>
            </a:r>
            <a:r>
              <a:rPr lang="en-GB" sz="3600" dirty="0">
                <a:latin typeface="Google Sans Flex Light" panose="020B0503030502040204" pitchFamily="34" charset="0"/>
                <a:ea typeface="Google Sans Flex Light" panose="020B0503030502040204" pitchFamily="34" charset="0"/>
                <a:cs typeface="Google Sans Flex Light" panose="020B0503030502040204" pitchFamily="34" charset="0"/>
              </a:rPr>
              <a:t>120 stores wait on one spreadsheet</a:t>
            </a:r>
            <a:endParaRPr lang="en-US" sz="3600" dirty="0">
              <a:latin typeface="Google Sans Flex Light" panose="020B0503030502040204" pitchFamily="34" charset="0"/>
              <a:ea typeface="Google Sans Flex Light" panose="020B0503030502040204" pitchFamily="34" charset="0"/>
              <a:cs typeface="Google Sans Flex Light" panose="020B050303050204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BE2D34E-C85F-0ED8-B152-4D1F7224CCA3}"/>
              </a:ext>
            </a:extLst>
          </p:cNvPr>
          <p:cNvSpPr txBox="1">
            <a:spLocks/>
          </p:cNvSpPr>
          <p:nvPr/>
        </p:nvSpPr>
        <p:spPr>
          <a:xfrm>
            <a:off x="7684005" y="782074"/>
            <a:ext cx="3256064" cy="10895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800" dirty="0">
                <a:latin typeface="Google Sans Flex SemiBold" panose="020B0503030502040204" pitchFamily="34" charset="0"/>
                <a:ea typeface="Google Sans Flex SemiBold" panose="020B0503030502040204" pitchFamily="34" charset="0"/>
                <a:cs typeface="Google Sans Flex SemiBold" panose="020B0503030502040204" pitchFamily="34" charset="0"/>
              </a:rPr>
              <a:t>How a delivery runs today</a:t>
            </a:r>
            <a:endParaRPr lang="en-US" sz="2800" dirty="0">
              <a:latin typeface="Google Sans Flex SemiBold" panose="020B0503030502040204" pitchFamily="34" charset="0"/>
              <a:ea typeface="Google Sans Flex SemiBold" panose="020B0503030502040204" pitchFamily="34" charset="0"/>
              <a:cs typeface="Google Sans Flex SemiBold" panose="020B050303050204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6FE8020-ED9D-541E-C60C-10B7DEE70854}"/>
              </a:ext>
            </a:extLst>
          </p:cNvPr>
          <p:cNvSpPr txBox="1">
            <a:spLocks/>
          </p:cNvSpPr>
          <p:nvPr/>
        </p:nvSpPr>
        <p:spPr>
          <a:xfrm>
            <a:off x="8502338" y="1999218"/>
            <a:ext cx="2114550" cy="6000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000" dirty="0">
                <a:latin typeface="Google Sans Flex SemiBold" panose="020B0503030502040204" pitchFamily="34" charset="0"/>
                <a:ea typeface="Google Sans Flex SemiBold" panose="020B0503030502040204" pitchFamily="34" charset="0"/>
                <a:cs typeface="Google Sans Flex SemiBold" panose="020B0503030502040204" pitchFamily="34" charset="0"/>
              </a:rPr>
              <a:t>Store Manager</a:t>
            </a:r>
            <a:endParaRPr lang="en-US" sz="2000" dirty="0">
              <a:latin typeface="Google Sans Flex SemiBold" panose="020B0503030502040204" pitchFamily="34" charset="0"/>
              <a:ea typeface="Google Sans Flex SemiBold" panose="020B0503030502040204" pitchFamily="34" charset="0"/>
              <a:cs typeface="Google Sans Flex SemiBold" panose="020B050303050204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5B2745F-3CA6-E86A-AEE8-F275BC0D0E18}"/>
              </a:ext>
            </a:extLst>
          </p:cNvPr>
          <p:cNvSpPr/>
          <p:nvPr/>
        </p:nvSpPr>
        <p:spPr>
          <a:xfrm>
            <a:off x="732235" y="2201428"/>
            <a:ext cx="1176883" cy="34889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39543CBF-49F8-5DBB-479C-8C162788ABCB}"/>
              </a:ext>
            </a:extLst>
          </p:cNvPr>
          <p:cNvSpPr txBox="1">
            <a:spLocks/>
          </p:cNvSpPr>
          <p:nvPr/>
        </p:nvSpPr>
        <p:spPr>
          <a:xfrm>
            <a:off x="784027" y="2216868"/>
            <a:ext cx="1098424" cy="338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400" dirty="0">
                <a:latin typeface="Google Sans Flex SemiBold" panose="020B0503030502040204" pitchFamily="34" charset="0"/>
                <a:ea typeface="Google Sans Flex SemiBold" panose="020B0503030502040204" pitchFamily="34" charset="0"/>
                <a:cs typeface="Google Sans Flex SemiBold" panose="020B0503030502040204" pitchFamily="34" charset="0"/>
              </a:rPr>
              <a:t>Fresh · 80</a:t>
            </a:r>
            <a:endParaRPr lang="en-US" sz="1400" dirty="0">
              <a:latin typeface="Google Sans Flex SemiBold" panose="020B0503030502040204" pitchFamily="34" charset="0"/>
              <a:ea typeface="Google Sans Flex SemiBold" panose="020B0503030502040204" pitchFamily="34" charset="0"/>
              <a:cs typeface="Google Sans Flex SemiBold" panose="020B050303050204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0AC2AA4-07CE-E50D-8D49-498D89658507}"/>
              </a:ext>
            </a:extLst>
          </p:cNvPr>
          <p:cNvSpPr/>
          <p:nvPr/>
        </p:nvSpPr>
        <p:spPr>
          <a:xfrm>
            <a:off x="2060031" y="2201428"/>
            <a:ext cx="1082444" cy="34889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E00F83C7-8892-F7BF-E83E-1AF11C90E890}"/>
              </a:ext>
            </a:extLst>
          </p:cNvPr>
          <p:cNvSpPr txBox="1">
            <a:spLocks/>
          </p:cNvSpPr>
          <p:nvPr/>
        </p:nvSpPr>
        <p:spPr>
          <a:xfrm>
            <a:off x="2044050" y="2216868"/>
            <a:ext cx="1098424" cy="338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400" dirty="0">
                <a:latin typeface="Google Sans Flex SemiBold" panose="020B0503030502040204" pitchFamily="34" charset="0"/>
                <a:ea typeface="Google Sans Flex SemiBold" panose="020B0503030502040204" pitchFamily="34" charset="0"/>
                <a:cs typeface="Google Sans Flex SemiBold" panose="020B0503030502040204" pitchFamily="34" charset="0"/>
              </a:rPr>
              <a:t>Style · 25</a:t>
            </a:r>
            <a:endParaRPr lang="en-US" sz="1400" dirty="0">
              <a:latin typeface="Google Sans Flex SemiBold" panose="020B0503030502040204" pitchFamily="34" charset="0"/>
              <a:ea typeface="Google Sans Flex SemiBold" panose="020B0503030502040204" pitchFamily="34" charset="0"/>
              <a:cs typeface="Google Sans Flex SemiBold" panose="020B0503030502040204" pitchFamily="34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9DE4B1C-00C5-545D-D45C-FAC9746DB5D0}"/>
              </a:ext>
            </a:extLst>
          </p:cNvPr>
          <p:cNvSpPr/>
          <p:nvPr/>
        </p:nvSpPr>
        <p:spPr>
          <a:xfrm>
            <a:off x="3299331" y="2201428"/>
            <a:ext cx="1074339" cy="34889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27B41126-C3E6-CAF4-8B87-C82F13D325B1}"/>
              </a:ext>
            </a:extLst>
          </p:cNvPr>
          <p:cNvSpPr txBox="1">
            <a:spLocks/>
          </p:cNvSpPr>
          <p:nvPr/>
        </p:nvSpPr>
        <p:spPr>
          <a:xfrm>
            <a:off x="3275246" y="2216868"/>
            <a:ext cx="1098424" cy="338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400" dirty="0">
                <a:latin typeface="Google Sans Flex SemiBold" panose="020B0503030502040204" pitchFamily="34" charset="0"/>
                <a:ea typeface="Google Sans Flex SemiBold" panose="020B0503030502040204" pitchFamily="34" charset="0"/>
                <a:cs typeface="Google Sans Flex SemiBold" panose="020B0503030502040204" pitchFamily="34" charset="0"/>
              </a:rPr>
              <a:t>Tech · 15</a:t>
            </a:r>
            <a:endParaRPr lang="en-US" sz="1400" dirty="0">
              <a:latin typeface="Google Sans Flex SemiBold" panose="020B0503030502040204" pitchFamily="34" charset="0"/>
              <a:ea typeface="Google Sans Flex SemiBold" panose="020B0503030502040204" pitchFamily="34" charset="0"/>
              <a:cs typeface="Google Sans Flex SemiBold" panose="020B0503030502040204" pitchFamily="34" charset="0"/>
            </a:endParaRP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0969E537-F6C1-7BF7-383B-3772B6D18FB6}"/>
              </a:ext>
            </a:extLst>
          </p:cNvPr>
          <p:cNvSpPr txBox="1">
            <a:spLocks/>
          </p:cNvSpPr>
          <p:nvPr/>
        </p:nvSpPr>
        <p:spPr>
          <a:xfrm>
            <a:off x="703883" y="3057306"/>
            <a:ext cx="4137199" cy="338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1400" dirty="0">
                <a:latin typeface="Google Sans Flex Light" panose="020B0503030502040204" pitchFamily="34" charset="0"/>
                <a:ea typeface="Google Sans Flex Light" panose="020B0503030502040204" pitchFamily="34" charset="0"/>
                <a:cs typeface="Google Sans Flex Light" panose="020B0503030502040204" pitchFamily="34" charset="0"/>
              </a:rPr>
              <a:t>2 Deports · 60 vehicles, Only 16 can carry chilled</a:t>
            </a:r>
            <a:endParaRPr lang="en-US" sz="1400" dirty="0">
              <a:latin typeface="Google Sans Flex Light" panose="020B0503030502040204" pitchFamily="34" charset="0"/>
              <a:ea typeface="Google Sans Flex Light" panose="020B0503030502040204" pitchFamily="34" charset="0"/>
              <a:cs typeface="Google Sans Flex Light" panose="020B0503030502040204" pitchFamily="34" charset="0"/>
            </a:endParaRP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14A58C46-5399-E013-C8B6-B55FFC1D1701}"/>
              </a:ext>
            </a:extLst>
          </p:cNvPr>
          <p:cNvSpPr txBox="1">
            <a:spLocks/>
          </p:cNvSpPr>
          <p:nvPr/>
        </p:nvSpPr>
        <p:spPr>
          <a:xfrm>
            <a:off x="8497665" y="2430131"/>
            <a:ext cx="2854481" cy="3381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1400" dirty="0">
                <a:latin typeface="Google Sans Flex Light" panose="020B0503030502040204" pitchFamily="34" charset="0"/>
                <a:ea typeface="Google Sans Flex Light" panose="020B0503030502040204" pitchFamily="34" charset="0"/>
                <a:cs typeface="Google Sans Flex Light" panose="020B0503030502040204" pitchFamily="34" charset="0"/>
              </a:rPr>
              <a:t>Phones the order in</a:t>
            </a:r>
            <a:endParaRPr lang="en-US" sz="1400" dirty="0">
              <a:latin typeface="Google Sans Flex Light" panose="020B0503030502040204" pitchFamily="34" charset="0"/>
              <a:ea typeface="Google Sans Flex Light" panose="020B0503030502040204" pitchFamily="34" charset="0"/>
              <a:cs typeface="Google Sans Flex Light" panose="020B0503030502040204" pitchFamily="34" charset="0"/>
            </a:endParaRP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60EAF82E-F28D-F53B-DDF9-18654A891750}"/>
              </a:ext>
            </a:extLst>
          </p:cNvPr>
          <p:cNvSpPr txBox="1">
            <a:spLocks/>
          </p:cNvSpPr>
          <p:nvPr/>
        </p:nvSpPr>
        <p:spPr>
          <a:xfrm>
            <a:off x="8502338" y="2965615"/>
            <a:ext cx="2114550" cy="6000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000" dirty="0">
                <a:latin typeface="Google Sans Flex SemiBold" panose="020B0503030502040204" pitchFamily="34" charset="0"/>
                <a:ea typeface="Google Sans Flex SemiBold" panose="020B0503030502040204" pitchFamily="34" charset="0"/>
                <a:cs typeface="Google Sans Flex SemiBold" panose="020B0503030502040204" pitchFamily="34" charset="0"/>
              </a:rPr>
              <a:t>Dispatcher</a:t>
            </a:r>
            <a:endParaRPr lang="en-US" sz="2000" dirty="0">
              <a:latin typeface="Google Sans Flex SemiBold" panose="020B0503030502040204" pitchFamily="34" charset="0"/>
              <a:ea typeface="Google Sans Flex SemiBold" panose="020B0503030502040204" pitchFamily="34" charset="0"/>
              <a:cs typeface="Google Sans Flex SemiBold" panose="020B0503030502040204" pitchFamily="34" charset="0"/>
            </a:endParaRP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1AD53A78-955F-9013-EF51-45CC041D9188}"/>
              </a:ext>
            </a:extLst>
          </p:cNvPr>
          <p:cNvSpPr txBox="1">
            <a:spLocks/>
          </p:cNvSpPr>
          <p:nvPr/>
        </p:nvSpPr>
        <p:spPr>
          <a:xfrm>
            <a:off x="8497665" y="3396528"/>
            <a:ext cx="2854481" cy="3381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1400" dirty="0">
                <a:latin typeface="Google Sans Flex Light" panose="020B0503030502040204" pitchFamily="34" charset="0"/>
                <a:ea typeface="Google Sans Flex Light" panose="020B0503030502040204" pitchFamily="34" charset="0"/>
                <a:cs typeface="Google Sans Flex Light" panose="020B0503030502040204" pitchFamily="34" charset="0"/>
              </a:rPr>
              <a:t>Types it into a spreadsheet</a:t>
            </a:r>
            <a:endParaRPr lang="en-US" sz="1400" dirty="0">
              <a:latin typeface="Google Sans Flex Light" panose="020B0503030502040204" pitchFamily="34" charset="0"/>
              <a:ea typeface="Google Sans Flex Light" panose="020B0503030502040204" pitchFamily="34" charset="0"/>
              <a:cs typeface="Google Sans Flex Light" panose="020B0503030502040204" pitchFamily="34" charset="0"/>
            </a:endParaRP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18E6DC02-6EF3-0848-AED7-777B81A89831}"/>
              </a:ext>
            </a:extLst>
          </p:cNvPr>
          <p:cNvSpPr txBox="1">
            <a:spLocks/>
          </p:cNvSpPr>
          <p:nvPr/>
        </p:nvSpPr>
        <p:spPr>
          <a:xfrm>
            <a:off x="8502338" y="3917726"/>
            <a:ext cx="2114550" cy="6000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000" dirty="0">
                <a:latin typeface="Google Sans Flex SemiBold" panose="020B0503030502040204" pitchFamily="34" charset="0"/>
                <a:ea typeface="Google Sans Flex SemiBold" panose="020B0503030502040204" pitchFamily="34" charset="0"/>
                <a:cs typeface="Google Sans Flex SemiBold" panose="020B0503030502040204" pitchFamily="34" charset="0"/>
              </a:rPr>
              <a:t>Loader</a:t>
            </a:r>
            <a:endParaRPr lang="en-US" sz="2000" dirty="0">
              <a:latin typeface="Google Sans Flex SemiBold" panose="020B0503030502040204" pitchFamily="34" charset="0"/>
              <a:ea typeface="Google Sans Flex SemiBold" panose="020B0503030502040204" pitchFamily="34" charset="0"/>
              <a:cs typeface="Google Sans Flex SemiBold" panose="020B0503030502040204" pitchFamily="34" charset="0"/>
            </a:endParaRP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7690C269-F98C-1E86-7230-0A9B237F4177}"/>
              </a:ext>
            </a:extLst>
          </p:cNvPr>
          <p:cNvSpPr txBox="1">
            <a:spLocks/>
          </p:cNvSpPr>
          <p:nvPr/>
        </p:nvSpPr>
        <p:spPr>
          <a:xfrm>
            <a:off x="8497665" y="4348639"/>
            <a:ext cx="2854481" cy="3381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1400" dirty="0">
                <a:latin typeface="Google Sans Flex Light" panose="020B0503030502040204" pitchFamily="34" charset="0"/>
                <a:ea typeface="Google Sans Flex Light" panose="020B0503030502040204" pitchFamily="34" charset="0"/>
                <a:cs typeface="Google Sans Flex Light" panose="020B0503030502040204" pitchFamily="34" charset="0"/>
              </a:rPr>
              <a:t>Works from a printed list</a:t>
            </a:r>
            <a:endParaRPr lang="en-US" sz="1400" dirty="0">
              <a:latin typeface="Google Sans Flex Light" panose="020B0503030502040204" pitchFamily="34" charset="0"/>
              <a:ea typeface="Google Sans Flex Light" panose="020B0503030502040204" pitchFamily="34" charset="0"/>
              <a:cs typeface="Google Sans Flex Light" panose="020B0503030502040204" pitchFamily="34" charset="0"/>
            </a:endParaRP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A201CB73-37C7-330D-B7B8-7166532968E3}"/>
              </a:ext>
            </a:extLst>
          </p:cNvPr>
          <p:cNvSpPr txBox="1">
            <a:spLocks/>
          </p:cNvSpPr>
          <p:nvPr/>
        </p:nvSpPr>
        <p:spPr>
          <a:xfrm>
            <a:off x="8502338" y="4852700"/>
            <a:ext cx="2114550" cy="6000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000" dirty="0">
                <a:latin typeface="Google Sans Flex SemiBold" panose="020B0503030502040204" pitchFamily="34" charset="0"/>
                <a:ea typeface="Google Sans Flex SemiBold" panose="020B0503030502040204" pitchFamily="34" charset="0"/>
                <a:cs typeface="Google Sans Flex SemiBold" panose="020B0503030502040204" pitchFamily="34" charset="0"/>
              </a:rPr>
              <a:t>Driver</a:t>
            </a:r>
            <a:endParaRPr lang="en-US" sz="2000" dirty="0">
              <a:latin typeface="Google Sans Flex SemiBold" panose="020B0503030502040204" pitchFamily="34" charset="0"/>
              <a:ea typeface="Google Sans Flex SemiBold" panose="020B0503030502040204" pitchFamily="34" charset="0"/>
              <a:cs typeface="Google Sans Flex SemiBold" panose="020B0503030502040204" pitchFamily="34" charset="0"/>
            </a:endParaRPr>
          </a:p>
        </p:txBody>
      </p: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4FDF909C-C5C8-1BBF-B551-A931C419D875}"/>
              </a:ext>
            </a:extLst>
          </p:cNvPr>
          <p:cNvCxnSpPr>
            <a:cxnSpLocks/>
            <a:stCxn id="8" idx="0"/>
            <a:endCxn id="31" idx="0"/>
          </p:cNvCxnSpPr>
          <p:nvPr/>
        </p:nvCxnSpPr>
        <p:spPr>
          <a:xfrm>
            <a:off x="8052413" y="2130093"/>
            <a:ext cx="0" cy="285348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itle 1">
            <a:extLst>
              <a:ext uri="{FF2B5EF4-FFF2-40B4-BE49-F238E27FC236}">
                <a16:creationId xmlns:a16="http://schemas.microsoft.com/office/drawing/2014/main" id="{36C9CFEA-49B7-B0B1-F42C-179F0213A90A}"/>
              </a:ext>
            </a:extLst>
          </p:cNvPr>
          <p:cNvSpPr txBox="1">
            <a:spLocks/>
          </p:cNvSpPr>
          <p:nvPr/>
        </p:nvSpPr>
        <p:spPr>
          <a:xfrm>
            <a:off x="8497665" y="5283612"/>
            <a:ext cx="2854481" cy="62862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1400" dirty="0">
                <a:latin typeface="Google Sans Flex Light" panose="020B0503030502040204" pitchFamily="34" charset="0"/>
                <a:ea typeface="Google Sans Flex Light" panose="020B0503030502040204" pitchFamily="34" charset="0"/>
                <a:cs typeface="Google Sans Flex Light" panose="020B0503030502040204" pitchFamily="34" charset="0"/>
              </a:rPr>
              <a:t>Paper sheet · Invisible once on the road</a:t>
            </a:r>
            <a:endParaRPr lang="en-US" sz="1400" dirty="0">
              <a:latin typeface="Google Sans Flex Light" panose="020B0503030502040204" pitchFamily="34" charset="0"/>
              <a:ea typeface="Google Sans Flex Light" panose="020B0503030502040204" pitchFamily="34" charset="0"/>
              <a:cs typeface="Google Sans Flex Light" panose="020B0503030502040204" pitchFamily="34" charset="0"/>
            </a:endParaRPr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3FB94B07-33EF-6026-264D-E81217F125A5}"/>
              </a:ext>
            </a:extLst>
          </p:cNvPr>
          <p:cNvGrpSpPr/>
          <p:nvPr/>
        </p:nvGrpSpPr>
        <p:grpSpPr>
          <a:xfrm>
            <a:off x="7752375" y="2130093"/>
            <a:ext cx="600075" cy="600075"/>
            <a:chOff x="7752375" y="2130093"/>
            <a:chExt cx="600075" cy="600075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21E6789-D9ED-E6A8-13DF-4FCAAF8E10BE}"/>
                </a:ext>
              </a:extLst>
            </p:cNvPr>
            <p:cNvSpPr/>
            <p:nvPr/>
          </p:nvSpPr>
          <p:spPr>
            <a:xfrm>
              <a:off x="7752375" y="2130093"/>
              <a:ext cx="600075" cy="60007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3F875824-B9B5-84E3-66EF-15E9CD058D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806666" y="2246505"/>
              <a:ext cx="469587" cy="372640"/>
            </a:xfrm>
            <a:prstGeom prst="rect">
              <a:avLst/>
            </a:prstGeom>
          </p:spPr>
        </p:pic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84919517-7DD2-55E7-7252-395EA145E00C}"/>
              </a:ext>
            </a:extLst>
          </p:cNvPr>
          <p:cNvGrpSpPr/>
          <p:nvPr/>
        </p:nvGrpSpPr>
        <p:grpSpPr>
          <a:xfrm>
            <a:off x="7752375" y="3096490"/>
            <a:ext cx="600075" cy="600075"/>
            <a:chOff x="7752375" y="3096490"/>
            <a:chExt cx="600075" cy="600075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55B7D0CE-EB8D-1B23-5160-4191C9E5F87C}"/>
                </a:ext>
              </a:extLst>
            </p:cNvPr>
            <p:cNvSpPr/>
            <p:nvPr/>
          </p:nvSpPr>
          <p:spPr>
            <a:xfrm>
              <a:off x="7752375" y="3096490"/>
              <a:ext cx="600075" cy="60007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5EDB06FB-C2FF-F3B2-9F86-93F0938E708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839854" y="3226366"/>
              <a:ext cx="428731" cy="342689"/>
            </a:xfrm>
            <a:prstGeom prst="rect">
              <a:avLst/>
            </a:prstGeom>
          </p:spPr>
        </p:pic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89804D36-7606-BDDB-884D-EFA758BA7F6C}"/>
              </a:ext>
            </a:extLst>
          </p:cNvPr>
          <p:cNvGrpSpPr/>
          <p:nvPr/>
        </p:nvGrpSpPr>
        <p:grpSpPr>
          <a:xfrm>
            <a:off x="7752375" y="4048601"/>
            <a:ext cx="620247" cy="600075"/>
            <a:chOff x="7752375" y="4048601"/>
            <a:chExt cx="620247" cy="600075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EAF139B6-B4ED-5690-9395-6D566AB660FD}"/>
                </a:ext>
              </a:extLst>
            </p:cNvPr>
            <p:cNvSpPr/>
            <p:nvPr/>
          </p:nvSpPr>
          <p:spPr>
            <a:xfrm>
              <a:off x="7752375" y="4048601"/>
              <a:ext cx="600075" cy="60007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3452F7DA-2A63-C378-F43A-7A7F034FAB3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772639" y="4127833"/>
              <a:ext cx="599983" cy="464049"/>
            </a:xfrm>
            <a:prstGeom prst="rect">
              <a:avLst/>
            </a:prstGeom>
          </p:spPr>
        </p:pic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755EE9B5-90AE-1777-3ECA-2A10B47723D3}"/>
              </a:ext>
            </a:extLst>
          </p:cNvPr>
          <p:cNvGrpSpPr/>
          <p:nvPr/>
        </p:nvGrpSpPr>
        <p:grpSpPr>
          <a:xfrm>
            <a:off x="7752375" y="4983575"/>
            <a:ext cx="600075" cy="600075"/>
            <a:chOff x="7752375" y="4983575"/>
            <a:chExt cx="600075" cy="600075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7C592690-F6E7-3817-8A00-EBCF6F1B915C}"/>
                </a:ext>
              </a:extLst>
            </p:cNvPr>
            <p:cNvSpPr/>
            <p:nvPr/>
          </p:nvSpPr>
          <p:spPr>
            <a:xfrm>
              <a:off x="7752375" y="4983575"/>
              <a:ext cx="600075" cy="60007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5456EA68-C62D-A4CA-475D-00FCE4FFD53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863896" y="5103695"/>
              <a:ext cx="418137" cy="348689"/>
            </a:xfrm>
            <a:prstGeom prst="rect">
              <a:avLst/>
            </a:prstGeom>
          </p:spPr>
        </p:pic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CD686008-5CC4-57BC-F243-A753C98D8C35}"/>
              </a:ext>
            </a:extLst>
          </p:cNvPr>
          <p:cNvGrpSpPr/>
          <p:nvPr/>
        </p:nvGrpSpPr>
        <p:grpSpPr>
          <a:xfrm>
            <a:off x="754077" y="3788343"/>
            <a:ext cx="4324864" cy="1369047"/>
            <a:chOff x="734154" y="3734648"/>
            <a:chExt cx="4324864" cy="1369047"/>
          </a:xfrm>
        </p:grpSpPr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CF0BAEA3-5007-1CCF-56C1-1FD396F1847B}"/>
                </a:ext>
              </a:extLst>
            </p:cNvPr>
            <p:cNvSpPr/>
            <p:nvPr/>
          </p:nvSpPr>
          <p:spPr>
            <a:xfrm>
              <a:off x="734154" y="3734648"/>
              <a:ext cx="4324864" cy="1369047"/>
            </a:xfrm>
            <a:prstGeom prst="roundRect">
              <a:avLst>
                <a:gd name="adj" fmla="val 18827"/>
              </a:avLst>
            </a:prstGeom>
            <a:solidFill>
              <a:schemeClr val="bg1"/>
            </a:solidFill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tx1"/>
                  </a:gs>
                  <a:gs pos="83000">
                    <a:schemeClr val="tx1"/>
                  </a:gs>
                  <a:gs pos="100000">
                    <a:schemeClr val="bg1"/>
                  </a:gs>
                </a:gsLst>
                <a:lin ang="11400000" scaled="0"/>
              </a:gradFill>
            </a:ln>
            <a:effectLst>
              <a:outerShdw blurRad="1270000" dist="177800" dir="4800000" sx="102000" sy="102000" algn="l" rotWithShape="0">
                <a:prstClr val="black">
                  <a:alpha val="1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2" name="Picture 71" descr="File:IMessage logo.svg - Wikimedia Commons">
              <a:extLst>
                <a:ext uri="{FF2B5EF4-FFF2-40B4-BE49-F238E27FC236}">
                  <a16:creationId xmlns:a16="http://schemas.microsoft.com/office/drawing/2014/main" id="{86174896-59F3-11C0-AD14-E1E241CCFFF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29173" y="3913686"/>
              <a:ext cx="338120" cy="338120"/>
            </a:xfrm>
            <a:prstGeom prst="rect">
              <a:avLst/>
            </a:prstGeom>
          </p:spPr>
        </p:pic>
        <p:sp>
          <p:nvSpPr>
            <p:cNvPr id="73" name="Title 1">
              <a:extLst>
                <a:ext uri="{FF2B5EF4-FFF2-40B4-BE49-F238E27FC236}">
                  <a16:creationId xmlns:a16="http://schemas.microsoft.com/office/drawing/2014/main" id="{C182678D-D45C-66AD-9898-C24E06F123BC}"/>
                </a:ext>
              </a:extLst>
            </p:cNvPr>
            <p:cNvSpPr txBox="1">
              <a:spLocks/>
            </p:cNvSpPr>
            <p:nvPr/>
          </p:nvSpPr>
          <p:spPr>
            <a:xfrm>
              <a:off x="1279757" y="3905269"/>
              <a:ext cx="2062295" cy="352217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GB" sz="1400" dirty="0">
                  <a:latin typeface="Google Sans Flex Light" panose="020B0503030502040204" pitchFamily="34" charset="0"/>
                  <a:ea typeface="Google Sans Flex Light" panose="020B0503030502040204" pitchFamily="34" charset="0"/>
                  <a:cs typeface="Google Sans Flex Light" panose="020B0503030502040204" pitchFamily="34" charset="0"/>
                </a:rPr>
                <a:t>Messages</a:t>
              </a:r>
              <a:endParaRPr lang="en-US" sz="1400" dirty="0">
                <a:latin typeface="Google Sans Flex Light" panose="020B0503030502040204" pitchFamily="34" charset="0"/>
                <a:ea typeface="Google Sans Flex Light" panose="020B0503030502040204" pitchFamily="34" charset="0"/>
                <a:cs typeface="Google Sans Flex Light" panose="020B0503030502040204" pitchFamily="34" charset="0"/>
              </a:endParaRPr>
            </a:p>
          </p:txBody>
        </p:sp>
        <p:sp>
          <p:nvSpPr>
            <p:cNvPr id="74" name="Title 1">
              <a:extLst>
                <a:ext uri="{FF2B5EF4-FFF2-40B4-BE49-F238E27FC236}">
                  <a16:creationId xmlns:a16="http://schemas.microsoft.com/office/drawing/2014/main" id="{61068E18-AAF8-07C2-9F61-99138F75E38A}"/>
                </a:ext>
              </a:extLst>
            </p:cNvPr>
            <p:cNvSpPr txBox="1">
              <a:spLocks/>
            </p:cNvSpPr>
            <p:nvPr/>
          </p:nvSpPr>
          <p:spPr>
            <a:xfrm>
              <a:off x="2745982" y="3905269"/>
              <a:ext cx="2062295" cy="352217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en-GB" sz="1400" dirty="0">
                  <a:latin typeface="Google Sans Flex Light" panose="020B0503030502040204" pitchFamily="34" charset="0"/>
                  <a:ea typeface="Google Sans Flex Light" panose="020B0503030502040204" pitchFamily="34" charset="0"/>
                  <a:cs typeface="Google Sans Flex Light" panose="020B0503030502040204" pitchFamily="34" charset="0"/>
                </a:rPr>
                <a:t>now</a:t>
              </a:r>
              <a:endParaRPr lang="en-US" sz="1400" dirty="0">
                <a:latin typeface="Google Sans Flex Light" panose="020B0503030502040204" pitchFamily="34" charset="0"/>
                <a:ea typeface="Google Sans Flex Light" panose="020B0503030502040204" pitchFamily="34" charset="0"/>
                <a:cs typeface="Google Sans Flex Light" panose="020B0503030502040204" pitchFamily="34" charset="0"/>
              </a:endParaRPr>
            </a:p>
          </p:txBody>
        </p:sp>
        <p:sp>
          <p:nvSpPr>
            <p:cNvPr id="75" name="Title 1">
              <a:extLst>
                <a:ext uri="{FF2B5EF4-FFF2-40B4-BE49-F238E27FC236}">
                  <a16:creationId xmlns:a16="http://schemas.microsoft.com/office/drawing/2014/main" id="{CC3D0F60-842D-949B-57ED-0CCA1C84B5A8}"/>
                </a:ext>
              </a:extLst>
            </p:cNvPr>
            <p:cNvSpPr txBox="1">
              <a:spLocks/>
            </p:cNvSpPr>
            <p:nvPr/>
          </p:nvSpPr>
          <p:spPr>
            <a:xfrm>
              <a:off x="918647" y="4517768"/>
              <a:ext cx="2727066" cy="41939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GB" sz="1800" dirty="0">
                  <a:latin typeface="Google Sans Flex SemiBold" panose="020B0503030502040204" pitchFamily="34" charset="0"/>
                  <a:ea typeface="Google Sans Flex SemiBold" panose="020B0503030502040204" pitchFamily="34" charset="0"/>
                  <a:cs typeface="Google Sans Flex SemiBold" panose="020B0503030502040204" pitchFamily="34" charset="0"/>
                </a:rPr>
                <a:t>Fresh misses 8 AM</a:t>
              </a:r>
              <a:endParaRPr lang="en-US" sz="1800" dirty="0">
                <a:latin typeface="Google Sans Flex SemiBold" panose="020B0503030502040204" pitchFamily="34" charset="0"/>
                <a:ea typeface="Google Sans Flex SemiBold" panose="020B0503030502040204" pitchFamily="34" charset="0"/>
                <a:cs typeface="Google Sans Flex SemiBold" panose="020B0503030502040204" pitchFamily="34" charset="0"/>
              </a:endParaRPr>
            </a:p>
          </p:txBody>
        </p: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630A4B0F-76BD-E50D-C406-14A1677A4E2F}"/>
                </a:ext>
              </a:extLst>
            </p:cNvPr>
            <p:cNvCxnSpPr/>
            <p:nvPr/>
          </p:nvCxnSpPr>
          <p:spPr>
            <a:xfrm>
              <a:off x="929173" y="4365063"/>
              <a:ext cx="3879104" cy="0"/>
            </a:xfrm>
            <a:prstGeom prst="line">
              <a:avLst/>
            </a:prstGeom>
            <a:ln w="9525">
              <a:gradFill>
                <a:gsLst>
                  <a:gs pos="0">
                    <a:schemeClr val="bg1"/>
                  </a:gs>
                  <a:gs pos="55000">
                    <a:schemeClr val="tx1"/>
                  </a:gs>
                  <a:gs pos="83000">
                    <a:schemeClr val="tx1"/>
                  </a:gs>
                  <a:gs pos="100000">
                    <a:schemeClr val="bg1"/>
                  </a:gs>
                </a:gsLst>
                <a:lin ang="6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6DAA75DC-C2D4-4F55-B907-6AE1602EA639}"/>
              </a:ext>
            </a:extLst>
          </p:cNvPr>
          <p:cNvGrpSpPr/>
          <p:nvPr/>
        </p:nvGrpSpPr>
        <p:grpSpPr>
          <a:xfrm>
            <a:off x="2467587" y="4252282"/>
            <a:ext cx="4324864" cy="1369047"/>
            <a:chOff x="734154" y="3734648"/>
            <a:chExt cx="4324864" cy="1369047"/>
          </a:xfrm>
        </p:grpSpPr>
        <p:sp>
          <p:nvSpPr>
            <p:cNvPr id="78" name="Rectangle: Rounded Corners 77">
              <a:extLst>
                <a:ext uri="{FF2B5EF4-FFF2-40B4-BE49-F238E27FC236}">
                  <a16:creationId xmlns:a16="http://schemas.microsoft.com/office/drawing/2014/main" id="{B3F1B35D-0F7C-706D-B8C3-3EF704A33E33}"/>
                </a:ext>
              </a:extLst>
            </p:cNvPr>
            <p:cNvSpPr/>
            <p:nvPr/>
          </p:nvSpPr>
          <p:spPr>
            <a:xfrm>
              <a:off x="734154" y="3734648"/>
              <a:ext cx="4324864" cy="1369047"/>
            </a:xfrm>
            <a:prstGeom prst="roundRect">
              <a:avLst>
                <a:gd name="adj" fmla="val 18827"/>
              </a:avLst>
            </a:prstGeom>
            <a:solidFill>
              <a:schemeClr val="bg1"/>
            </a:solidFill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tx1"/>
                  </a:gs>
                  <a:gs pos="83000">
                    <a:schemeClr val="tx1"/>
                  </a:gs>
                  <a:gs pos="100000">
                    <a:schemeClr val="bg1"/>
                  </a:gs>
                </a:gsLst>
                <a:lin ang="11400000" scaled="0"/>
              </a:gradFill>
            </a:ln>
            <a:effectLst>
              <a:outerShdw blurRad="1270000" dist="177800" dir="4800000" sx="102000" sy="102000" algn="l" rotWithShape="0">
                <a:prstClr val="black">
                  <a:alpha val="1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9" name="Picture 78" descr="File:IMessage logo.svg - Wikimedia Commons">
              <a:extLst>
                <a:ext uri="{FF2B5EF4-FFF2-40B4-BE49-F238E27FC236}">
                  <a16:creationId xmlns:a16="http://schemas.microsoft.com/office/drawing/2014/main" id="{07522566-3414-C7BF-066D-17110083CDF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29173" y="3913686"/>
              <a:ext cx="338120" cy="338120"/>
            </a:xfrm>
            <a:prstGeom prst="rect">
              <a:avLst/>
            </a:prstGeom>
          </p:spPr>
        </p:pic>
        <p:sp>
          <p:nvSpPr>
            <p:cNvPr id="80" name="Title 1">
              <a:extLst>
                <a:ext uri="{FF2B5EF4-FFF2-40B4-BE49-F238E27FC236}">
                  <a16:creationId xmlns:a16="http://schemas.microsoft.com/office/drawing/2014/main" id="{0122FD2C-1E7E-A865-2D36-B257A77E5B57}"/>
                </a:ext>
              </a:extLst>
            </p:cNvPr>
            <p:cNvSpPr txBox="1">
              <a:spLocks/>
            </p:cNvSpPr>
            <p:nvPr/>
          </p:nvSpPr>
          <p:spPr>
            <a:xfrm>
              <a:off x="1279757" y="3905269"/>
              <a:ext cx="2062295" cy="352217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GB" sz="1400" dirty="0">
                  <a:latin typeface="Google Sans Flex Light" panose="020B0503030502040204" pitchFamily="34" charset="0"/>
                  <a:ea typeface="Google Sans Flex Light" panose="020B0503030502040204" pitchFamily="34" charset="0"/>
                  <a:cs typeface="Google Sans Flex Light" panose="020B0503030502040204" pitchFamily="34" charset="0"/>
                </a:rPr>
                <a:t>Messages</a:t>
              </a:r>
              <a:endParaRPr lang="en-US" sz="1400" dirty="0">
                <a:latin typeface="Google Sans Flex Light" panose="020B0503030502040204" pitchFamily="34" charset="0"/>
                <a:ea typeface="Google Sans Flex Light" panose="020B0503030502040204" pitchFamily="34" charset="0"/>
                <a:cs typeface="Google Sans Flex Light" panose="020B0503030502040204" pitchFamily="34" charset="0"/>
              </a:endParaRPr>
            </a:p>
          </p:txBody>
        </p:sp>
        <p:sp>
          <p:nvSpPr>
            <p:cNvPr id="81" name="Title 1">
              <a:extLst>
                <a:ext uri="{FF2B5EF4-FFF2-40B4-BE49-F238E27FC236}">
                  <a16:creationId xmlns:a16="http://schemas.microsoft.com/office/drawing/2014/main" id="{95709D9A-2D1B-DED9-DEB2-B3CEEB5AD2BA}"/>
                </a:ext>
              </a:extLst>
            </p:cNvPr>
            <p:cNvSpPr txBox="1">
              <a:spLocks/>
            </p:cNvSpPr>
            <p:nvPr/>
          </p:nvSpPr>
          <p:spPr>
            <a:xfrm>
              <a:off x="2745982" y="3905269"/>
              <a:ext cx="2062295" cy="352217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en-GB" sz="1400" dirty="0">
                  <a:latin typeface="Google Sans Flex Light" panose="020B0503030502040204" pitchFamily="34" charset="0"/>
                  <a:ea typeface="Google Sans Flex Light" panose="020B0503030502040204" pitchFamily="34" charset="0"/>
                  <a:cs typeface="Google Sans Flex Light" panose="020B0503030502040204" pitchFamily="34" charset="0"/>
                </a:rPr>
                <a:t>now</a:t>
              </a:r>
              <a:endParaRPr lang="en-US" sz="1400" dirty="0">
                <a:latin typeface="Google Sans Flex Light" panose="020B0503030502040204" pitchFamily="34" charset="0"/>
                <a:ea typeface="Google Sans Flex Light" panose="020B0503030502040204" pitchFamily="34" charset="0"/>
                <a:cs typeface="Google Sans Flex Light" panose="020B0503030502040204" pitchFamily="34" charset="0"/>
              </a:endParaRPr>
            </a:p>
          </p:txBody>
        </p:sp>
        <p:sp>
          <p:nvSpPr>
            <p:cNvPr id="82" name="Title 1">
              <a:extLst>
                <a:ext uri="{FF2B5EF4-FFF2-40B4-BE49-F238E27FC236}">
                  <a16:creationId xmlns:a16="http://schemas.microsoft.com/office/drawing/2014/main" id="{5F8FF1CF-F41E-9E1F-7C14-01F3C3DEC1DD}"/>
                </a:ext>
              </a:extLst>
            </p:cNvPr>
            <p:cNvSpPr txBox="1">
              <a:spLocks/>
            </p:cNvSpPr>
            <p:nvPr/>
          </p:nvSpPr>
          <p:spPr>
            <a:xfrm>
              <a:off x="918647" y="4517768"/>
              <a:ext cx="2727066" cy="41939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GB" sz="1800" dirty="0">
                  <a:latin typeface="Google Sans Flex SemiBold" panose="020B0503030502040204" pitchFamily="34" charset="0"/>
                  <a:ea typeface="Google Sans Flex SemiBold" panose="020B0503030502040204" pitchFamily="34" charset="0"/>
                  <a:cs typeface="Google Sans Flex SemiBold" panose="020B0503030502040204" pitchFamily="34" charset="0"/>
                </a:rPr>
                <a:t>Chilled stock spoils</a:t>
              </a:r>
              <a:endParaRPr lang="en-US" sz="1800" dirty="0">
                <a:latin typeface="Google Sans Flex SemiBold" panose="020B0503030502040204" pitchFamily="34" charset="0"/>
                <a:ea typeface="Google Sans Flex SemiBold" panose="020B0503030502040204" pitchFamily="34" charset="0"/>
                <a:cs typeface="Google Sans Flex SemiBold" panose="020B0503030502040204" pitchFamily="34" charset="0"/>
              </a:endParaRPr>
            </a:p>
          </p:txBody>
        </p: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3F959617-FCB2-8857-554E-550317C1097E}"/>
                </a:ext>
              </a:extLst>
            </p:cNvPr>
            <p:cNvCxnSpPr/>
            <p:nvPr/>
          </p:nvCxnSpPr>
          <p:spPr>
            <a:xfrm>
              <a:off x="929173" y="4365063"/>
              <a:ext cx="3879104" cy="0"/>
            </a:xfrm>
            <a:prstGeom prst="line">
              <a:avLst/>
            </a:prstGeom>
            <a:ln w="9525">
              <a:gradFill>
                <a:gsLst>
                  <a:gs pos="0">
                    <a:schemeClr val="bg1"/>
                  </a:gs>
                  <a:gs pos="55000">
                    <a:schemeClr val="tx1"/>
                  </a:gs>
                  <a:gs pos="83000">
                    <a:schemeClr val="tx1"/>
                  </a:gs>
                  <a:gs pos="100000">
                    <a:schemeClr val="bg1"/>
                  </a:gs>
                </a:gsLst>
                <a:lin ang="6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E7D2D171-4A2D-2DE9-0A30-2EA8AD17A357}"/>
              </a:ext>
            </a:extLst>
          </p:cNvPr>
          <p:cNvGrpSpPr/>
          <p:nvPr/>
        </p:nvGrpSpPr>
        <p:grpSpPr>
          <a:xfrm>
            <a:off x="1333239" y="4840637"/>
            <a:ext cx="4324864" cy="1369047"/>
            <a:chOff x="734154" y="3734648"/>
            <a:chExt cx="4324864" cy="1369047"/>
          </a:xfrm>
        </p:grpSpPr>
        <p:sp>
          <p:nvSpPr>
            <p:cNvPr id="85" name="Rectangle: Rounded Corners 84">
              <a:extLst>
                <a:ext uri="{FF2B5EF4-FFF2-40B4-BE49-F238E27FC236}">
                  <a16:creationId xmlns:a16="http://schemas.microsoft.com/office/drawing/2014/main" id="{FFB9DB9B-A04C-B256-5A2F-C8368836E9DA}"/>
                </a:ext>
              </a:extLst>
            </p:cNvPr>
            <p:cNvSpPr/>
            <p:nvPr/>
          </p:nvSpPr>
          <p:spPr>
            <a:xfrm>
              <a:off x="734154" y="3734648"/>
              <a:ext cx="4324864" cy="1369047"/>
            </a:xfrm>
            <a:prstGeom prst="roundRect">
              <a:avLst>
                <a:gd name="adj" fmla="val 18827"/>
              </a:avLst>
            </a:prstGeom>
            <a:solidFill>
              <a:schemeClr val="bg1"/>
            </a:solidFill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tx1"/>
                  </a:gs>
                  <a:gs pos="83000">
                    <a:schemeClr val="tx1"/>
                  </a:gs>
                  <a:gs pos="100000">
                    <a:schemeClr val="bg1"/>
                  </a:gs>
                </a:gsLst>
                <a:lin ang="11400000" scaled="0"/>
              </a:gradFill>
            </a:ln>
            <a:effectLst>
              <a:outerShdw blurRad="1270000" dist="177800" dir="4800000" sx="102000" sy="102000" algn="l" rotWithShape="0">
                <a:prstClr val="black">
                  <a:alpha val="1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6" name="Picture 85" descr="File:IMessage logo.svg - Wikimedia Commons">
              <a:extLst>
                <a:ext uri="{FF2B5EF4-FFF2-40B4-BE49-F238E27FC236}">
                  <a16:creationId xmlns:a16="http://schemas.microsoft.com/office/drawing/2014/main" id="{77796C99-8841-AE32-9F7E-CDF0BB9B97A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29173" y="3913686"/>
              <a:ext cx="338120" cy="338120"/>
            </a:xfrm>
            <a:prstGeom prst="rect">
              <a:avLst/>
            </a:prstGeom>
          </p:spPr>
        </p:pic>
        <p:sp>
          <p:nvSpPr>
            <p:cNvPr id="87" name="Title 1">
              <a:extLst>
                <a:ext uri="{FF2B5EF4-FFF2-40B4-BE49-F238E27FC236}">
                  <a16:creationId xmlns:a16="http://schemas.microsoft.com/office/drawing/2014/main" id="{A8833620-5D16-68F1-264F-8D04699C0F07}"/>
                </a:ext>
              </a:extLst>
            </p:cNvPr>
            <p:cNvSpPr txBox="1">
              <a:spLocks/>
            </p:cNvSpPr>
            <p:nvPr/>
          </p:nvSpPr>
          <p:spPr>
            <a:xfrm>
              <a:off x="1279757" y="3905269"/>
              <a:ext cx="2062295" cy="352217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GB" sz="1400" dirty="0">
                  <a:latin typeface="Google Sans Flex Light" panose="020B0503030502040204" pitchFamily="34" charset="0"/>
                  <a:ea typeface="Google Sans Flex Light" panose="020B0503030502040204" pitchFamily="34" charset="0"/>
                  <a:cs typeface="Google Sans Flex Light" panose="020B0503030502040204" pitchFamily="34" charset="0"/>
                </a:rPr>
                <a:t>Messages</a:t>
              </a:r>
              <a:endParaRPr lang="en-US" sz="1400" dirty="0">
                <a:latin typeface="Google Sans Flex Light" panose="020B0503030502040204" pitchFamily="34" charset="0"/>
                <a:ea typeface="Google Sans Flex Light" panose="020B0503030502040204" pitchFamily="34" charset="0"/>
                <a:cs typeface="Google Sans Flex Light" panose="020B0503030502040204" pitchFamily="34" charset="0"/>
              </a:endParaRPr>
            </a:p>
          </p:txBody>
        </p:sp>
        <p:sp>
          <p:nvSpPr>
            <p:cNvPr id="88" name="Title 1">
              <a:extLst>
                <a:ext uri="{FF2B5EF4-FFF2-40B4-BE49-F238E27FC236}">
                  <a16:creationId xmlns:a16="http://schemas.microsoft.com/office/drawing/2014/main" id="{9D6C2072-8E6C-F4D0-90C9-52902685E10B}"/>
                </a:ext>
              </a:extLst>
            </p:cNvPr>
            <p:cNvSpPr txBox="1">
              <a:spLocks/>
            </p:cNvSpPr>
            <p:nvPr/>
          </p:nvSpPr>
          <p:spPr>
            <a:xfrm>
              <a:off x="2745982" y="3905269"/>
              <a:ext cx="2062295" cy="352217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en-GB" sz="1400" dirty="0">
                  <a:latin typeface="Google Sans Flex Light" panose="020B0503030502040204" pitchFamily="34" charset="0"/>
                  <a:ea typeface="Google Sans Flex Light" panose="020B0503030502040204" pitchFamily="34" charset="0"/>
                  <a:cs typeface="Google Sans Flex Light" panose="020B0503030502040204" pitchFamily="34" charset="0"/>
                </a:rPr>
                <a:t>now</a:t>
              </a:r>
              <a:endParaRPr lang="en-US" sz="1400" dirty="0">
                <a:latin typeface="Google Sans Flex Light" panose="020B0503030502040204" pitchFamily="34" charset="0"/>
                <a:ea typeface="Google Sans Flex Light" panose="020B0503030502040204" pitchFamily="34" charset="0"/>
                <a:cs typeface="Google Sans Flex Light" panose="020B0503030502040204" pitchFamily="34" charset="0"/>
              </a:endParaRPr>
            </a:p>
          </p:txBody>
        </p:sp>
        <p:sp>
          <p:nvSpPr>
            <p:cNvPr id="89" name="Title 1">
              <a:extLst>
                <a:ext uri="{FF2B5EF4-FFF2-40B4-BE49-F238E27FC236}">
                  <a16:creationId xmlns:a16="http://schemas.microsoft.com/office/drawing/2014/main" id="{9EFB98FF-2D0D-FA24-6E01-5D069E7D8B2E}"/>
                </a:ext>
              </a:extLst>
            </p:cNvPr>
            <p:cNvSpPr txBox="1">
              <a:spLocks/>
            </p:cNvSpPr>
            <p:nvPr/>
          </p:nvSpPr>
          <p:spPr>
            <a:xfrm>
              <a:off x="918646" y="4517768"/>
              <a:ext cx="3218199" cy="364453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GB" sz="1800" dirty="0">
                  <a:latin typeface="Google Sans Flex SemiBold" panose="020B0503030502040204" pitchFamily="34" charset="0"/>
                  <a:ea typeface="Google Sans Flex SemiBold" panose="020B0503030502040204" pitchFamily="34" charset="0"/>
                  <a:cs typeface="Google Sans Flex SemiBold" panose="020B0503030502040204" pitchFamily="34" charset="0"/>
                </a:rPr>
                <a:t>Disputes rest on memory</a:t>
              </a:r>
              <a:endParaRPr lang="en-US" sz="1800" dirty="0">
                <a:latin typeface="Google Sans Flex SemiBold" panose="020B0503030502040204" pitchFamily="34" charset="0"/>
                <a:ea typeface="Google Sans Flex SemiBold" panose="020B0503030502040204" pitchFamily="34" charset="0"/>
                <a:cs typeface="Google Sans Flex SemiBold" panose="020B0503030502040204" pitchFamily="34" charset="0"/>
              </a:endParaRPr>
            </a:p>
          </p:txBody>
        </p: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27F7548A-6B72-B035-EDDE-BC911E267B6C}"/>
                </a:ext>
              </a:extLst>
            </p:cNvPr>
            <p:cNvCxnSpPr/>
            <p:nvPr/>
          </p:nvCxnSpPr>
          <p:spPr>
            <a:xfrm>
              <a:off x="929173" y="4365063"/>
              <a:ext cx="3879104" cy="0"/>
            </a:xfrm>
            <a:prstGeom prst="line">
              <a:avLst/>
            </a:prstGeom>
            <a:ln w="9525">
              <a:gradFill>
                <a:gsLst>
                  <a:gs pos="0">
                    <a:schemeClr val="bg1"/>
                  </a:gs>
                  <a:gs pos="55000">
                    <a:schemeClr val="tx1"/>
                  </a:gs>
                  <a:gs pos="83000">
                    <a:schemeClr val="tx1"/>
                  </a:gs>
                  <a:gs pos="100000">
                    <a:schemeClr val="bg1"/>
                  </a:gs>
                </a:gsLst>
                <a:lin ang="6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[Picture 19]">
            <a:extLst>
              <a:ext uri="{FF2B5EF4-FFF2-40B4-BE49-F238E27FC236}">
                <a16:creationId xmlns:a16="http://schemas.microsoft.com/office/drawing/2014/main" id="{91289E4F-7C0B-EC10-EDB1-E78F475FF63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58" t="8547" r="24471" b="6771"/>
          <a:stretch>
            <a:fillRect/>
          </a:stretch>
        </p:blipFill>
        <p:spPr>
          <a:xfrm flipH="1">
            <a:off x="7388580" y="7413560"/>
            <a:ext cx="3464543" cy="61672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103D29E-A15B-49B9-42CE-7B321B87853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95" r="40609" b="33159"/>
          <a:stretch>
            <a:fillRect/>
          </a:stretch>
        </p:blipFill>
        <p:spPr>
          <a:xfrm>
            <a:off x="4231796" y="9681345"/>
            <a:ext cx="932094" cy="424481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E21D64E-0439-BBFA-1560-0D6ED8F13F3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543" r="52788"/>
          <a:stretch>
            <a:fillRect/>
          </a:stretch>
        </p:blipFill>
        <p:spPr>
          <a:xfrm>
            <a:off x="5174258" y="9797507"/>
            <a:ext cx="921732" cy="412865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C64AD82-743B-8CA8-0A30-BEBB388502E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558" r="38108" b="5628"/>
          <a:stretch>
            <a:fillRect/>
          </a:stretch>
        </p:blipFill>
        <p:spPr>
          <a:xfrm>
            <a:off x="3307426" y="9797508"/>
            <a:ext cx="934732" cy="4128655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0D594F45-6553-B0E8-FB4E-66136B1D2F4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43" r="22283" b="21928"/>
          <a:stretch>
            <a:fillRect/>
          </a:stretch>
        </p:blipFill>
        <p:spPr>
          <a:xfrm>
            <a:off x="1069113" y="8571976"/>
            <a:ext cx="2230583" cy="5354187"/>
          </a:xfrm>
          <a:prstGeom prst="rect">
            <a:avLst/>
          </a:prstGeom>
        </p:spPr>
      </p:pic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FCF2443-F95B-FCDE-6047-B7491F0DD0A2}"/>
              </a:ext>
            </a:extLst>
          </p:cNvPr>
          <p:cNvCxnSpPr>
            <a:cxnSpLocks/>
          </p:cNvCxnSpPr>
          <p:nvPr/>
        </p:nvCxnSpPr>
        <p:spPr>
          <a:xfrm>
            <a:off x="1069114" y="9225290"/>
            <a:ext cx="0" cy="4244817"/>
          </a:xfrm>
          <a:prstGeom prst="line">
            <a:avLst/>
          </a:prstGeom>
          <a:ln w="9525">
            <a:gradFill>
              <a:gsLst>
                <a:gs pos="0">
                  <a:schemeClr val="bg1"/>
                </a:gs>
                <a:gs pos="55000">
                  <a:schemeClr val="tx1"/>
                </a:gs>
                <a:gs pos="83000">
                  <a:schemeClr val="tx1"/>
                </a:gs>
                <a:gs pos="100000">
                  <a:schemeClr val="bg1"/>
                </a:gs>
              </a:gsLst>
              <a:lin ang="6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BD4C68D-8E78-1FBF-2AF2-F86403AF8993}"/>
              </a:ext>
            </a:extLst>
          </p:cNvPr>
          <p:cNvCxnSpPr>
            <a:cxnSpLocks/>
          </p:cNvCxnSpPr>
          <p:nvPr/>
        </p:nvCxnSpPr>
        <p:spPr>
          <a:xfrm>
            <a:off x="3299696" y="9225290"/>
            <a:ext cx="0" cy="4244817"/>
          </a:xfrm>
          <a:prstGeom prst="line">
            <a:avLst/>
          </a:prstGeom>
          <a:ln w="9525">
            <a:gradFill>
              <a:gsLst>
                <a:gs pos="0">
                  <a:schemeClr val="bg1"/>
                </a:gs>
                <a:gs pos="55000">
                  <a:schemeClr val="tx1"/>
                </a:gs>
                <a:gs pos="83000">
                  <a:schemeClr val="tx1"/>
                </a:gs>
                <a:gs pos="100000">
                  <a:schemeClr val="bg1"/>
                </a:gs>
              </a:gsLst>
              <a:lin ang="6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5A0B824-CFE7-C291-1C7E-3ECBCE5F79A2}"/>
              </a:ext>
            </a:extLst>
          </p:cNvPr>
          <p:cNvCxnSpPr>
            <a:cxnSpLocks/>
          </p:cNvCxnSpPr>
          <p:nvPr/>
        </p:nvCxnSpPr>
        <p:spPr>
          <a:xfrm>
            <a:off x="4231797" y="9225290"/>
            <a:ext cx="0" cy="4244817"/>
          </a:xfrm>
          <a:prstGeom prst="line">
            <a:avLst/>
          </a:prstGeom>
          <a:ln w="9525">
            <a:gradFill>
              <a:gsLst>
                <a:gs pos="0">
                  <a:schemeClr val="bg1"/>
                </a:gs>
                <a:gs pos="55000">
                  <a:schemeClr val="tx1"/>
                </a:gs>
                <a:gs pos="83000">
                  <a:schemeClr val="tx1"/>
                </a:gs>
                <a:gs pos="100000">
                  <a:schemeClr val="bg1"/>
                </a:gs>
              </a:gsLst>
              <a:lin ang="6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BCB92C4-85B9-6319-B39F-FA296228A681}"/>
              </a:ext>
            </a:extLst>
          </p:cNvPr>
          <p:cNvCxnSpPr>
            <a:cxnSpLocks/>
          </p:cNvCxnSpPr>
          <p:nvPr/>
        </p:nvCxnSpPr>
        <p:spPr>
          <a:xfrm>
            <a:off x="5163898" y="9225290"/>
            <a:ext cx="0" cy="4244817"/>
          </a:xfrm>
          <a:prstGeom prst="line">
            <a:avLst/>
          </a:prstGeom>
          <a:ln w="9525">
            <a:gradFill>
              <a:gsLst>
                <a:gs pos="0">
                  <a:schemeClr val="bg1"/>
                </a:gs>
                <a:gs pos="55000">
                  <a:schemeClr val="tx1"/>
                </a:gs>
                <a:gs pos="83000">
                  <a:schemeClr val="tx1"/>
                </a:gs>
                <a:gs pos="100000">
                  <a:schemeClr val="bg1"/>
                </a:gs>
              </a:gsLst>
              <a:lin ang="6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A1FC2036-3216-4659-BFD9-2142390ED617}"/>
              </a:ext>
            </a:extLst>
          </p:cNvPr>
          <p:cNvCxnSpPr>
            <a:cxnSpLocks/>
          </p:cNvCxnSpPr>
          <p:nvPr/>
        </p:nvCxnSpPr>
        <p:spPr>
          <a:xfrm>
            <a:off x="6096000" y="9225290"/>
            <a:ext cx="0" cy="4244817"/>
          </a:xfrm>
          <a:prstGeom prst="line">
            <a:avLst/>
          </a:prstGeom>
          <a:ln w="9525">
            <a:gradFill>
              <a:gsLst>
                <a:gs pos="0">
                  <a:schemeClr val="bg1"/>
                </a:gs>
                <a:gs pos="55000">
                  <a:schemeClr val="tx1"/>
                </a:gs>
                <a:gs pos="83000">
                  <a:schemeClr val="tx1"/>
                </a:gs>
                <a:gs pos="100000">
                  <a:schemeClr val="bg1"/>
                </a:gs>
              </a:gsLst>
              <a:lin ang="6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itle 1">
            <a:extLst>
              <a:ext uri="{FF2B5EF4-FFF2-40B4-BE49-F238E27FC236}">
                <a16:creationId xmlns:a16="http://schemas.microsoft.com/office/drawing/2014/main" id="{3179D433-B9E3-1451-6EDD-68810AF9F29B}"/>
              </a:ext>
            </a:extLst>
          </p:cNvPr>
          <p:cNvSpPr txBox="1">
            <a:spLocks/>
          </p:cNvSpPr>
          <p:nvPr/>
        </p:nvSpPr>
        <p:spPr>
          <a:xfrm>
            <a:off x="925704" y="7689315"/>
            <a:ext cx="5698176" cy="13040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600" dirty="0">
                <a:solidFill>
                  <a:srgbClr val="00B050"/>
                </a:solidFill>
                <a:latin typeface="Google Sans Flex SemiBold" panose="020B0503030502040204" pitchFamily="34" charset="0"/>
                <a:ea typeface="Google Sans Flex SemiBold" panose="020B0503030502040204" pitchFamily="34" charset="0"/>
                <a:cs typeface="Google Sans Flex SemiBold" panose="020B0503030502040204" pitchFamily="34" charset="0"/>
              </a:rPr>
              <a:t>4 People One app,  </a:t>
            </a:r>
          </a:p>
          <a:p>
            <a:pPr algn="l"/>
            <a:r>
              <a:rPr lang="en-GB" sz="3600" dirty="0">
                <a:latin typeface="Google Sans Flex Light" panose="020B0503030502040204" pitchFamily="34" charset="0"/>
                <a:ea typeface="Google Sans Flex Light" panose="020B0503030502040204" pitchFamily="34" charset="0"/>
                <a:cs typeface="Google Sans Flex Light" panose="020B0503030502040204" pitchFamily="34" charset="0"/>
              </a:rPr>
              <a:t>Every Handoff on record</a:t>
            </a:r>
            <a:endParaRPr lang="en-US" sz="3600" dirty="0">
              <a:latin typeface="Google Sans Flex Light" panose="020B0503030502040204" pitchFamily="34" charset="0"/>
              <a:ea typeface="Google Sans Flex Light" panose="020B0503030502040204" pitchFamily="34" charset="0"/>
              <a:cs typeface="Google Sans Flex Light" panose="020B0503030502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45032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7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1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64" presetClass="path" presetSubtype="0" accel="50000" decel="50000" fill="hold" nodeType="clickEffect">
                                  <p:stCondLst>
                                    <p:cond delay="350"/>
                                  </p:stCondLst>
                                  <p:childTnLst>
                                    <p:animMotion origin="layout" path="M 0 0 L 0 -1.0306449 E" pathEditMode="relative" ptsTypes="">
                                      <p:cBhvr>
                                        <p:cTn id="77" dur="2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8" presetID="64" presetClass="path" presetSubtype="0" accel="50000" decel="5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 -1.0306449 E" pathEditMode="relative" ptsTypes="">
                                      <p:cBhvr>
                                        <p:cTn id="79" dur="2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0" presetID="64" presetClass="path" presetSubtype="0" accel="50000" decel="5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 -1.0306449 E" pathEditMode="relative" ptsTypes="">
                                      <p:cBhvr>
                                        <p:cTn id="81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2" presetID="64" presetClass="path" presetSubtype="0" accel="50000" decel="5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 -1.0306449 E" pathEditMode="relative" ptsTypes="">
                                      <p:cBhvr>
                                        <p:cTn id="83" dur="2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4" presetID="64" presetClass="path" presetSubtype="0" accel="50000" decel="5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 -1.0306449 E" pathEditMode="relative" ptsTypes="">
                                      <p:cBhvr>
                                        <p:cTn id="85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6" presetID="64" presetClass="path" presetSubtype="0" accel="50000" decel="5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 -1.0306449 E" pathEditMode="relative" ptsTypes="">
                                      <p:cBhvr>
                                        <p:cTn id="87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8" presetID="64" presetClass="path" presetSubtype="0" accel="50000" decel="5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 -1.0306449 E" pathEditMode="relative" ptsTypes="">
                                      <p:cBhvr>
                                        <p:cTn id="89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0" presetID="64" presetClass="path" presetSubtype="0" accel="50000" decel="5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 -1.0306449 E" pathEditMode="relative" ptsTypes="">
                                      <p:cBhvr>
                                        <p:cTn id="91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2" presetID="64" presetClass="path" presetSubtype="0" accel="50000" decel="5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 -1.0306449 E" pathEditMode="relative" ptsTypes="">
                                      <p:cBhvr>
                                        <p:cTn id="93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64" presetClass="path" presetSubtype="0" accel="50000" decel="5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 -1.0306449 E" pathEditMode="relative" ptsTypes="">
                                      <p:cBhvr>
                                        <p:cTn id="95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6" presetID="64" presetClass="path" presetSubtype="0" accel="50000" decel="5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 -1.0306449 E" pathEditMode="relative" ptsTypes="">
                                      <p:cBhvr>
                                        <p:cTn id="97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8" presetID="64" presetClass="path" presetSubtype="0" accel="50000" decel="5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 -1.0306449 E" pathEditMode="relative" ptsTypes="">
                                      <p:cBhvr>
                                        <p:cTn id="99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64" presetClass="path" presetSubtype="0" accel="50000" decel="5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 -1.0306449 E" pathEditMode="relative" ptsTypes="">
                                      <p:cBhvr>
                                        <p:cTn id="101" dur="2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2" presetID="64" presetClass="path" presetSubtype="0" accel="50000" decel="5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 -1.0306449 E" pathEditMode="relative" ptsTypes="">
                                      <p:cBhvr>
                                        <p:cTn id="103" dur="2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4" presetID="64" presetClass="path" presetSubtype="0" accel="50000" decel="5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 -1.0306449 E" pathEditMode="relative" ptsTypes="">
                                      <p:cBhvr>
                                        <p:cTn id="105" dur="2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6" presetID="64" presetClass="path" presetSubtype="0" accel="50000" decel="5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 -1.0306449 E" pathEditMode="relative" ptsTypes="">
                                      <p:cBhvr>
                                        <p:cTn id="107" dur="2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8" presetID="64" presetClass="path" presetSubtype="0" accel="50000" decel="5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 -1.0306449 E" pathEditMode="relative" ptsTypes="">
                                      <p:cBhvr>
                                        <p:cTn id="109" dur="2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0" presetID="64" presetClass="path" presetSubtype="0" accel="50000" decel="5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 -1.0306449 E" pathEditMode="relative" ptsTypes="">
                                      <p:cBhvr>
                                        <p:cTn id="111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2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1.0306449 E" pathEditMode="relative" ptsTypes="">
                                      <p:cBhvr>
                                        <p:cTn id="113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4" presetID="64" presetClass="path" presetSubtype="0" accel="50000" decel="5000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animMotion origin="layout" path="M 0 0 L 0 -1.0306449 E" pathEditMode="relative" ptsTypes="">
                                      <p:cBhvr>
                                        <p:cTn id="115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6" presetID="64" presetClass="path" presetSubtype="0" accel="50000" decel="5000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animMotion origin="layout" path="M 0 0 L 0 -1.0306449 E" pathEditMode="relative" ptsTypes="">
                                      <p:cBhvr>
                                        <p:cTn id="117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8" presetID="64" presetClass="path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0 0 L 0 -1.0306449 E" pathEditMode="relative" ptsTypes="">
                                      <p:cBhvr>
                                        <p:cTn id="119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64" presetClass="path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0 0 L 0 -1.0306449 E" pathEditMode="relative" ptsTypes="">
                                      <p:cBhvr>
                                        <p:cTn id="121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2" presetID="64" presetClass="path" presetSubtype="0" accel="50000" decel="5000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 -1.0306449 E" pathEditMode="relative" ptsTypes="">
                                      <p:cBhvr>
                                        <p:cTn id="123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4" presetID="64" presetClass="path" presetSubtype="0" accel="50000" decel="5000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 -1.0306449 E" pathEditMode="relative" ptsTypes="">
                                      <p:cBhvr>
                                        <p:cTn id="125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6" presetID="64" presetClass="path" presetSubtype="0" accel="50000" decel="5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0 -1.0306449 E" pathEditMode="relative" ptsTypes="">
                                      <p:cBhvr>
                                        <p:cTn id="127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8" presetID="64" presetClass="path" presetSubtype="0" accel="50000" decel="5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 -1.0306449 E" pathEditMode="relative" ptsTypes="">
                                      <p:cBhvr>
                                        <p:cTn id="129" dur="2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0" presetID="64" presetClass="path" presetSubtype="0" accel="50000" decel="5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3.125E-6 4.44444E-6 L 3.125E-6 -1.03056 " pathEditMode="relative" rAng="0" ptsTypes="AA">
                                      <p:cBhvr>
                                        <p:cTn id="131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1528"/>
                                    </p:animMotion>
                                  </p:childTnLst>
                                </p:cTn>
                              </p:par>
                              <p:par>
                                <p:cTn id="132" presetID="64" presetClass="path" presetSubtype="0" accel="50000" decel="5000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3.54167E-6 -4.81481E-6 L 3.54167E-6 -1.03055 " pathEditMode="relative" rAng="0" ptsTypes="AA">
                                      <p:cBhvr>
                                        <p:cTn id="133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1528"/>
                                    </p:animMotion>
                                  </p:childTnLst>
                                </p:cTn>
                              </p:par>
                              <p:par>
                                <p:cTn id="134" presetID="64" presetClass="path" presetSubtype="0" accel="50000" decel="5000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6.25E-7 3.7037E-7 L 6.25E-7 -1.03056 " pathEditMode="relative" rAng="0" ptsTypes="AA">
                                      <p:cBhvr>
                                        <p:cTn id="135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1528"/>
                                    </p:animMotion>
                                  </p:childTnLst>
                                </p:cTn>
                              </p:par>
                              <p:par>
                                <p:cTn id="136" presetID="64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4.79167E-6 3.7037E-7 L 4.79167E-6 -1.03056 " pathEditMode="relative" rAng="0" ptsTypes="AA">
                                      <p:cBhvr>
                                        <p:cTn id="137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1528"/>
                                    </p:animMotion>
                                  </p:childTnLst>
                                </p:cTn>
                              </p:par>
                              <p:par>
                                <p:cTn id="138" presetID="64" presetClass="path" presetSubtype="0" accel="50000" decel="5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3.33333E-6 2.22222E-6 L 3.33333E-6 -1.03056 " pathEditMode="relative" rAng="0" ptsTypes="AA">
                                      <p:cBhvr>
                                        <p:cTn id="139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1528"/>
                                    </p:animMotion>
                                  </p:childTnLst>
                                </p:cTn>
                              </p:par>
                              <p:par>
                                <p:cTn id="140" presetID="64" presetClass="path" presetSubtype="0" accel="50000" decel="5000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-2.08333E-7 3.7037E-7 L -2.08333E-7 -1.03056 " pathEditMode="relative" rAng="0" ptsTypes="AA">
                                      <p:cBhvr>
                                        <p:cTn id="141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1528"/>
                                    </p:animMotion>
                                  </p:childTnLst>
                                </p:cTn>
                              </p:par>
                              <p:par>
                                <p:cTn id="142" presetID="64" presetClass="path" presetSubtype="0" accel="50000" decel="5000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-3.125E-6 3.7037E-7 L -3.125E-6 -1.03056 " pathEditMode="relative" rAng="0" ptsTypes="AA">
                                      <p:cBhvr>
                                        <p:cTn id="143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1528"/>
                                    </p:animMotion>
                                  </p:childTnLst>
                                </p:cTn>
                              </p:par>
                              <p:par>
                                <p:cTn id="144" presetID="64" presetClass="path" presetSubtype="0" accel="50000" decel="50000" fill="hold" nodeType="withEffect">
                                  <p:stCondLst>
                                    <p:cond delay="550"/>
                                  </p:stCondLst>
                                  <p:childTnLst>
                                    <p:animMotion origin="layout" path="M 4.58333E-6 3.7037E-7 L 4.58333E-6 -1.03056 " pathEditMode="relative" rAng="0" ptsTypes="AA">
                                      <p:cBhvr>
                                        <p:cTn id="145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1528"/>
                                    </p:animMotion>
                                  </p:childTnLst>
                                </p:cTn>
                              </p:par>
                              <p:par>
                                <p:cTn id="146" presetID="64" presetClass="path" presetSubtype="0" accel="50000" decel="50000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animMotion origin="layout" path="M 2.29167E-6 3.7037E-7 L 2.29167E-6 -1.03056 " pathEditMode="relative" rAng="0" ptsTypes="AA">
                                      <p:cBhvr>
                                        <p:cTn id="147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1528"/>
                                    </p:animMotion>
                                  </p:childTnLst>
                                </p:cTn>
                              </p:par>
                              <p:par>
                                <p:cTn id="148" presetID="64" presetClass="path" presetSubtype="0" accel="50000" decel="5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3.7037E-7 L 0 -1.03056 " pathEditMode="relative" rAng="0" ptsTypes="AA">
                                      <p:cBhvr>
                                        <p:cTn id="149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1528"/>
                                    </p:animMotion>
                                  </p:childTnLst>
                                </p:cTn>
                              </p:par>
                              <p:par>
                                <p:cTn id="150" presetID="64" presetClass="path" presetSubtype="0" accel="50000" decel="5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animMotion origin="layout" path="M 4.58333E-6 -3.7037E-6 L 4.58333E-6 -1.03055 " pathEditMode="relative" rAng="0" ptsTypes="AA">
                                      <p:cBhvr>
                                        <p:cTn id="151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152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/>
      <p:bldP spid="3" grpId="0"/>
      <p:bldP spid="7" grpId="0" build="p"/>
      <p:bldP spid="7" grpId="1" build="allAtOnce"/>
      <p:bldP spid="9" grpId="0"/>
      <p:bldP spid="9" grpId="1"/>
      <p:bldP spid="18" grpId="0" animBg="1"/>
      <p:bldP spid="17" grpId="0"/>
      <p:bldP spid="19" grpId="0" animBg="1"/>
      <p:bldP spid="20" grpId="0"/>
      <p:bldP spid="21" grpId="0" animBg="1"/>
      <p:bldP spid="22" grpId="0"/>
      <p:bldP spid="23" grpId="0"/>
      <p:bldP spid="24" grpId="0"/>
      <p:bldP spid="24" grpId="1"/>
      <p:bldP spid="26" grpId="0"/>
      <p:bldP spid="26" grpId="1"/>
      <p:bldP spid="27" grpId="0"/>
      <p:bldP spid="27" grpId="1"/>
      <p:bldP spid="29" grpId="0"/>
      <p:bldP spid="29" grpId="1"/>
      <p:bldP spid="30" grpId="0"/>
      <p:bldP spid="30" grpId="1"/>
      <p:bldP spid="32" grpId="0"/>
      <p:bldP spid="32" grpId="1"/>
      <p:bldP spid="33" grpId="0"/>
      <p:bldP spid="33" grpId="1"/>
      <p:bldP spid="4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11CC0-299A-2DFE-EF7E-C236FA717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[Picture 19]">
            <a:extLst>
              <a:ext uri="{FF2B5EF4-FFF2-40B4-BE49-F238E27FC236}">
                <a16:creationId xmlns:a16="http://schemas.microsoft.com/office/drawing/2014/main" id="{C471C2B8-2E13-C847-91FF-FA7480E086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58" t="8547" r="24471" b="6771"/>
          <a:stretch>
            <a:fillRect/>
          </a:stretch>
        </p:blipFill>
        <p:spPr>
          <a:xfrm flipH="1">
            <a:off x="7388580" y="-6522763"/>
            <a:ext cx="3464543" cy="616720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AC6E224-61E4-97C3-EAFC-0C76C078E1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77" b="96038" l="602" r="97594">
                        <a14:foregroundMark x1="13636" y1="66981" x2="16176" y2="79434"/>
                        <a14:foregroundMark x1="16176" y1="79434" x2="26537" y2="70094"/>
                        <a14:foregroundMark x1="26537" y1="70094" x2="10695" y2="82925"/>
                        <a14:foregroundMark x1="10695" y1="82925" x2="12433" y2="69057"/>
                        <a14:foregroundMark x1="12433" y1="69057" x2="29746" y2="89340"/>
                        <a14:foregroundMark x1="29746" y1="89340" x2="75668" y2="84057"/>
                        <a14:foregroundMark x1="75668" y1="84057" x2="79612" y2="58774"/>
                        <a14:foregroundMark x1="95768" y1="29018" x2="99332" y2="22453"/>
                        <a14:foregroundMark x1="79612" y1="58774" x2="95436" y2="29629"/>
                        <a14:foregroundMark x1="97656" y1="19300" x2="92112" y2="8868"/>
                        <a14:foregroundMark x1="99332" y1="22453" x2="97706" y2="19393"/>
                        <a14:foregroundMark x1="92112" y1="8868" x2="55882" y2="6792"/>
                        <a14:foregroundMark x1="55882" y1="6792" x2="42112" y2="12170"/>
                        <a14:foregroundMark x1="34059" y1="10316" x2="32687" y2="10000"/>
                        <a14:foregroundMark x1="42112" y1="12170" x2="35712" y2="10696"/>
                        <a14:foregroundMark x1="88703" y1="4434" x2="96925" y2="4717"/>
                        <a14:foregroundMark x1="96925" y1="4717" x2="94719" y2="26698"/>
                        <a14:foregroundMark x1="94719" y1="26698" x2="96123" y2="16038"/>
                        <a14:foregroundMark x1="96123" y1="16038" x2="81350" y2="83585"/>
                        <a14:foregroundMark x1="81350" y1="83585" x2="98329" y2="8019"/>
                        <a14:foregroundMark x1="98329" y1="8019" x2="79813" y2="88679"/>
                        <a14:foregroundMark x1="79813" y1="88679" x2="48596" y2="89434"/>
                        <a14:foregroundMark x1="48596" y1="89434" x2="77406" y2="96981"/>
                        <a14:foregroundMark x1="77406" y1="96981" x2="45588" y2="93302"/>
                        <a14:foregroundMark x1="45588" y1="93302" x2="56684" y2="93302"/>
                        <a14:foregroundMark x1="56684" y1="93302" x2="6016" y2="79340"/>
                        <a14:foregroundMark x1="6016" y1="79340" x2="13035" y2="88679"/>
                        <a14:foregroundMark x1="13035" y1="88679" x2="802" y2="81226"/>
                        <a14:foregroundMark x1="802" y1="81226" x2="1604" y2="74811"/>
                        <a14:foregroundMark x1="61765" y1="94057" x2="76337" y2="96038"/>
                        <a14:foregroundMark x1="93316" y1="4245" x2="96190" y2="15943"/>
                        <a14:foregroundMark x1="96190" y1="15943" x2="94118" y2="28679"/>
                        <a14:foregroundMark x1="94118" y1="28679" x2="97193" y2="13679"/>
                        <a14:foregroundMark x1="97193" y1="13679" x2="91578" y2="43679"/>
                        <a14:foregroundMark x1="97594" y1="377" x2="95856" y2="1509"/>
                        <a14:backgroundMark x1="34626" y1="8962" x2="54278" y2="5566"/>
                        <a14:backgroundMark x1="65709" y1="3302" x2="77607" y2="1509"/>
                        <a14:backgroundMark x1="93984" y1="37358" x2="97460" y2="2009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9122" y="7206100"/>
            <a:ext cx="6400798" cy="453532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4E5C22A-185B-AF6F-83FF-471ADD611B5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4792" y="456056"/>
            <a:ext cx="7839735" cy="6854844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BF1882CC-CC6F-D93B-C916-A4EDBF3D7D34}"/>
              </a:ext>
            </a:extLst>
          </p:cNvPr>
          <p:cNvSpPr/>
          <p:nvPr/>
        </p:nvSpPr>
        <p:spPr>
          <a:xfrm>
            <a:off x="0" y="0"/>
            <a:ext cx="609599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A088603-EA86-AF5C-1975-5B8FF0F48EC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543" r="52788"/>
          <a:stretch>
            <a:fillRect/>
          </a:stretch>
        </p:blipFill>
        <p:spPr>
          <a:xfrm>
            <a:off x="5174258" y="2729344"/>
            <a:ext cx="921732" cy="41286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6350976-24C6-726E-0170-7F47C69D646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67" r="38108" b="5628"/>
          <a:stretch>
            <a:fillRect/>
          </a:stretch>
        </p:blipFill>
        <p:spPr>
          <a:xfrm>
            <a:off x="2001210" y="1593273"/>
            <a:ext cx="2230587" cy="526472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B415FD9-9BC8-BBD2-5E4B-0615597F1BB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95" r="40609" b="33159"/>
          <a:stretch>
            <a:fillRect/>
          </a:stretch>
        </p:blipFill>
        <p:spPr>
          <a:xfrm>
            <a:off x="4231796" y="2613182"/>
            <a:ext cx="932094" cy="424481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4EE2D51-02DB-CB22-9B4C-2B786FBA88A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47" r="32674" b="21928"/>
          <a:stretch>
            <a:fillRect/>
          </a:stretch>
        </p:blipFill>
        <p:spPr>
          <a:xfrm>
            <a:off x="1069114" y="2729345"/>
            <a:ext cx="932097" cy="4128655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5519232-F897-509A-0E3A-1C9EE8C2B08F}"/>
              </a:ext>
            </a:extLst>
          </p:cNvPr>
          <p:cNvCxnSpPr>
            <a:cxnSpLocks/>
          </p:cNvCxnSpPr>
          <p:nvPr/>
        </p:nvCxnSpPr>
        <p:spPr>
          <a:xfrm>
            <a:off x="1069114" y="2157127"/>
            <a:ext cx="0" cy="4244817"/>
          </a:xfrm>
          <a:prstGeom prst="line">
            <a:avLst/>
          </a:prstGeom>
          <a:ln w="9525">
            <a:gradFill>
              <a:gsLst>
                <a:gs pos="0">
                  <a:schemeClr val="bg1"/>
                </a:gs>
                <a:gs pos="55000">
                  <a:schemeClr val="tx1"/>
                </a:gs>
                <a:gs pos="83000">
                  <a:schemeClr val="tx1"/>
                </a:gs>
                <a:gs pos="100000">
                  <a:schemeClr val="bg1"/>
                </a:gs>
              </a:gsLst>
              <a:lin ang="6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B46FC9B-0F8B-CDCC-81B7-D562A8322A51}"/>
              </a:ext>
            </a:extLst>
          </p:cNvPr>
          <p:cNvCxnSpPr>
            <a:cxnSpLocks/>
          </p:cNvCxnSpPr>
          <p:nvPr/>
        </p:nvCxnSpPr>
        <p:spPr>
          <a:xfrm>
            <a:off x="4231797" y="2157127"/>
            <a:ext cx="0" cy="4244817"/>
          </a:xfrm>
          <a:prstGeom prst="line">
            <a:avLst/>
          </a:prstGeom>
          <a:ln w="9525">
            <a:gradFill>
              <a:gsLst>
                <a:gs pos="0">
                  <a:schemeClr val="bg1"/>
                </a:gs>
                <a:gs pos="55000">
                  <a:schemeClr val="tx1"/>
                </a:gs>
                <a:gs pos="83000">
                  <a:schemeClr val="tx1"/>
                </a:gs>
                <a:gs pos="100000">
                  <a:schemeClr val="bg1"/>
                </a:gs>
              </a:gsLst>
              <a:lin ang="6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84440F5-94B7-61C2-CB74-98D3A19494D1}"/>
              </a:ext>
            </a:extLst>
          </p:cNvPr>
          <p:cNvCxnSpPr>
            <a:cxnSpLocks/>
          </p:cNvCxnSpPr>
          <p:nvPr/>
        </p:nvCxnSpPr>
        <p:spPr>
          <a:xfrm>
            <a:off x="5163898" y="2157127"/>
            <a:ext cx="0" cy="4244817"/>
          </a:xfrm>
          <a:prstGeom prst="line">
            <a:avLst/>
          </a:prstGeom>
          <a:ln w="9525">
            <a:gradFill>
              <a:gsLst>
                <a:gs pos="0">
                  <a:schemeClr val="bg1"/>
                </a:gs>
                <a:gs pos="55000">
                  <a:schemeClr val="tx1"/>
                </a:gs>
                <a:gs pos="83000">
                  <a:schemeClr val="tx1"/>
                </a:gs>
                <a:gs pos="100000">
                  <a:schemeClr val="bg1"/>
                </a:gs>
              </a:gsLst>
              <a:lin ang="6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44D8251-8AFF-F9C4-69BC-5E4833E6E89A}"/>
              </a:ext>
            </a:extLst>
          </p:cNvPr>
          <p:cNvCxnSpPr>
            <a:cxnSpLocks/>
          </p:cNvCxnSpPr>
          <p:nvPr/>
        </p:nvCxnSpPr>
        <p:spPr>
          <a:xfrm>
            <a:off x="6096000" y="2157127"/>
            <a:ext cx="0" cy="4244817"/>
          </a:xfrm>
          <a:prstGeom prst="line">
            <a:avLst/>
          </a:prstGeom>
          <a:ln w="9525">
            <a:gradFill>
              <a:gsLst>
                <a:gs pos="0">
                  <a:schemeClr val="bg1"/>
                </a:gs>
                <a:gs pos="55000">
                  <a:schemeClr val="tx1"/>
                </a:gs>
                <a:gs pos="83000">
                  <a:schemeClr val="tx1"/>
                </a:gs>
                <a:gs pos="100000">
                  <a:schemeClr val="bg1"/>
                </a:gs>
              </a:gsLst>
              <a:lin ang="6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435C192D-0467-80C1-2B7E-4EF1C201E42E}"/>
              </a:ext>
            </a:extLst>
          </p:cNvPr>
          <p:cNvSpPr txBox="1">
            <a:spLocks/>
          </p:cNvSpPr>
          <p:nvPr/>
        </p:nvSpPr>
        <p:spPr>
          <a:xfrm>
            <a:off x="925704" y="621152"/>
            <a:ext cx="5698176" cy="13040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600" dirty="0">
                <a:solidFill>
                  <a:srgbClr val="00B050"/>
                </a:solidFill>
                <a:latin typeface="Google Sans Flex SemiBold" panose="020B0503030502040204" pitchFamily="34" charset="0"/>
                <a:ea typeface="Google Sans Flex SemiBold" panose="020B0503030502040204" pitchFamily="34" charset="0"/>
                <a:cs typeface="Google Sans Flex SemiBold" panose="020B0503030502040204" pitchFamily="34" charset="0"/>
              </a:rPr>
              <a:t>4 People One app,  </a:t>
            </a:r>
          </a:p>
          <a:p>
            <a:pPr algn="l"/>
            <a:r>
              <a:rPr lang="en-GB" sz="3600" dirty="0">
                <a:latin typeface="Google Sans Flex Light" panose="020B0503030502040204" pitchFamily="34" charset="0"/>
                <a:ea typeface="Google Sans Flex Light" panose="020B0503030502040204" pitchFamily="34" charset="0"/>
                <a:cs typeface="Google Sans Flex Light" panose="020B0503030502040204" pitchFamily="34" charset="0"/>
              </a:rPr>
              <a:t>Every Handoff on record</a:t>
            </a:r>
            <a:endParaRPr lang="en-US" sz="3600" dirty="0">
              <a:latin typeface="Google Sans Flex Light" panose="020B0503030502040204" pitchFamily="34" charset="0"/>
              <a:ea typeface="Google Sans Flex Light" panose="020B0503030502040204" pitchFamily="34" charset="0"/>
              <a:cs typeface="Google Sans Flex Light" panose="020B0503030502040204" pitchFamily="34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1639248-E3F5-69A6-B73A-BD41C0D2D9ED}"/>
              </a:ext>
            </a:extLst>
          </p:cNvPr>
          <p:cNvCxnSpPr>
            <a:cxnSpLocks/>
          </p:cNvCxnSpPr>
          <p:nvPr/>
        </p:nvCxnSpPr>
        <p:spPr>
          <a:xfrm>
            <a:off x="2001215" y="2157127"/>
            <a:ext cx="0" cy="4244817"/>
          </a:xfrm>
          <a:prstGeom prst="line">
            <a:avLst/>
          </a:prstGeom>
          <a:ln w="9525">
            <a:gradFill>
              <a:gsLst>
                <a:gs pos="0">
                  <a:schemeClr val="bg1"/>
                </a:gs>
                <a:gs pos="55000">
                  <a:schemeClr val="tx1"/>
                </a:gs>
                <a:gs pos="83000">
                  <a:schemeClr val="tx1"/>
                </a:gs>
                <a:gs pos="100000">
                  <a:schemeClr val="bg1"/>
                </a:gs>
              </a:gsLst>
              <a:lin ang="6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18024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4C6F9-7583-5C5E-857D-D8B8C69F3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761DFD53-B44E-3EB2-E522-6BE595DBE4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4792" y="-6854844"/>
            <a:ext cx="7839735" cy="685484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2F908E3-9BBC-5EA1-F94E-2B9C3A3A84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77" b="96038" l="602" r="97594">
                        <a14:foregroundMark x1="13636" y1="66981" x2="16176" y2="79434"/>
                        <a14:foregroundMark x1="16176" y1="79434" x2="26537" y2="70094"/>
                        <a14:foregroundMark x1="26537" y1="70094" x2="10695" y2="82925"/>
                        <a14:foregroundMark x1="10695" y1="82925" x2="12433" y2="69057"/>
                        <a14:foregroundMark x1="12433" y1="69057" x2="29746" y2="89340"/>
                        <a14:foregroundMark x1="29746" y1="89340" x2="75668" y2="84057"/>
                        <a14:foregroundMark x1="75668" y1="84057" x2="79612" y2="58774"/>
                        <a14:foregroundMark x1="95768" y1="29018" x2="99332" y2="22453"/>
                        <a14:foregroundMark x1="79612" y1="58774" x2="95436" y2="29629"/>
                        <a14:foregroundMark x1="97656" y1="19300" x2="92112" y2="8868"/>
                        <a14:foregroundMark x1="99332" y1="22453" x2="97706" y2="19393"/>
                        <a14:foregroundMark x1="92112" y1="8868" x2="55882" y2="6792"/>
                        <a14:foregroundMark x1="55882" y1="6792" x2="42112" y2="12170"/>
                        <a14:foregroundMark x1="34059" y1="10316" x2="32687" y2="10000"/>
                        <a14:foregroundMark x1="42112" y1="12170" x2="35712" y2="10696"/>
                        <a14:foregroundMark x1="88703" y1="4434" x2="96925" y2="4717"/>
                        <a14:foregroundMark x1="96925" y1="4717" x2="94719" y2="26698"/>
                        <a14:foregroundMark x1="94719" y1="26698" x2="96123" y2="16038"/>
                        <a14:foregroundMark x1="96123" y1="16038" x2="81350" y2="83585"/>
                        <a14:foregroundMark x1="81350" y1="83585" x2="98329" y2="8019"/>
                        <a14:foregroundMark x1="98329" y1="8019" x2="79813" y2="88679"/>
                        <a14:foregroundMark x1="79813" y1="88679" x2="48596" y2="89434"/>
                        <a14:foregroundMark x1="48596" y1="89434" x2="77406" y2="96981"/>
                        <a14:foregroundMark x1="77406" y1="96981" x2="45588" y2="93302"/>
                        <a14:foregroundMark x1="45588" y1="93302" x2="56684" y2="93302"/>
                        <a14:foregroundMark x1="56684" y1="93302" x2="6016" y2="79340"/>
                        <a14:foregroundMark x1="6016" y1="79340" x2="13035" y2="88679"/>
                        <a14:foregroundMark x1="13035" y1="88679" x2="802" y2="81226"/>
                        <a14:foregroundMark x1="802" y1="81226" x2="1604" y2="74811"/>
                        <a14:foregroundMark x1="61765" y1="94057" x2="76337" y2="96038"/>
                        <a14:foregroundMark x1="93316" y1="4245" x2="96190" y2="15943"/>
                        <a14:foregroundMark x1="96190" y1="15943" x2="94118" y2="28679"/>
                        <a14:foregroundMark x1="94118" y1="28679" x2="97193" y2="13679"/>
                        <a14:foregroundMark x1="97193" y1="13679" x2="91578" y2="43679"/>
                        <a14:foregroundMark x1="97594" y1="377" x2="95856" y2="1509"/>
                        <a14:backgroundMark x1="34626" y1="8962" x2="54278" y2="5566"/>
                        <a14:backgroundMark x1="65709" y1="3302" x2="77607" y2="1509"/>
                        <a14:backgroundMark x1="93984" y1="37358" x2="97460" y2="2009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9122" y="1464738"/>
            <a:ext cx="6400798" cy="453532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08E2FF14-51F6-808B-C3F8-D70F0E126195}"/>
              </a:ext>
            </a:extLst>
          </p:cNvPr>
          <p:cNvSpPr/>
          <p:nvPr/>
        </p:nvSpPr>
        <p:spPr>
          <a:xfrm>
            <a:off x="0" y="0"/>
            <a:ext cx="609599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9053EAA-5CFB-77D0-301D-9AEA64166DF5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52" r="33074" b="23233"/>
          <a:stretch>
            <a:fillRect/>
          </a:stretch>
        </p:blipFill>
        <p:spPr>
          <a:xfrm>
            <a:off x="2933307" y="1593273"/>
            <a:ext cx="2230590" cy="526472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2956780-A617-180F-FADA-7E5B7612906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543" r="52788"/>
          <a:stretch>
            <a:fillRect/>
          </a:stretch>
        </p:blipFill>
        <p:spPr>
          <a:xfrm>
            <a:off x="5174258" y="2729344"/>
            <a:ext cx="921732" cy="412865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3383AD4-B41F-AAE6-A65C-6468C118477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47" r="32674" b="21928"/>
          <a:stretch>
            <a:fillRect/>
          </a:stretch>
        </p:blipFill>
        <p:spPr>
          <a:xfrm>
            <a:off x="1069114" y="2729345"/>
            <a:ext cx="932097" cy="41286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DFED555-067A-9CC0-AB6F-B65D69CBAF2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558" r="38108" b="5628"/>
          <a:stretch>
            <a:fillRect/>
          </a:stretch>
        </p:blipFill>
        <p:spPr>
          <a:xfrm>
            <a:off x="1995074" y="2729345"/>
            <a:ext cx="934732" cy="4128655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B42D750-1E1E-33C0-EE14-B7FE3A514ED2}"/>
              </a:ext>
            </a:extLst>
          </p:cNvPr>
          <p:cNvCxnSpPr>
            <a:cxnSpLocks/>
          </p:cNvCxnSpPr>
          <p:nvPr/>
        </p:nvCxnSpPr>
        <p:spPr>
          <a:xfrm>
            <a:off x="1069114" y="2157127"/>
            <a:ext cx="0" cy="4244817"/>
          </a:xfrm>
          <a:prstGeom prst="line">
            <a:avLst/>
          </a:prstGeom>
          <a:ln w="9525">
            <a:gradFill>
              <a:gsLst>
                <a:gs pos="0">
                  <a:schemeClr val="bg1"/>
                </a:gs>
                <a:gs pos="55000">
                  <a:schemeClr val="tx1"/>
                </a:gs>
                <a:gs pos="83000">
                  <a:schemeClr val="tx1"/>
                </a:gs>
                <a:gs pos="100000">
                  <a:schemeClr val="bg1"/>
                </a:gs>
              </a:gsLst>
              <a:lin ang="6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627EE4C-6A10-9306-4131-CBA45E9A6552}"/>
              </a:ext>
            </a:extLst>
          </p:cNvPr>
          <p:cNvCxnSpPr>
            <a:cxnSpLocks/>
          </p:cNvCxnSpPr>
          <p:nvPr/>
        </p:nvCxnSpPr>
        <p:spPr>
          <a:xfrm>
            <a:off x="5163898" y="2157127"/>
            <a:ext cx="0" cy="4244817"/>
          </a:xfrm>
          <a:prstGeom prst="line">
            <a:avLst/>
          </a:prstGeom>
          <a:ln w="9525">
            <a:gradFill>
              <a:gsLst>
                <a:gs pos="0">
                  <a:schemeClr val="bg1"/>
                </a:gs>
                <a:gs pos="55000">
                  <a:schemeClr val="tx1"/>
                </a:gs>
                <a:gs pos="83000">
                  <a:schemeClr val="tx1"/>
                </a:gs>
                <a:gs pos="100000">
                  <a:schemeClr val="bg1"/>
                </a:gs>
              </a:gsLst>
              <a:lin ang="6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33B7EFB-2F02-0D0B-E396-31AB4EA348CE}"/>
              </a:ext>
            </a:extLst>
          </p:cNvPr>
          <p:cNvCxnSpPr>
            <a:cxnSpLocks/>
          </p:cNvCxnSpPr>
          <p:nvPr/>
        </p:nvCxnSpPr>
        <p:spPr>
          <a:xfrm>
            <a:off x="6096000" y="2157127"/>
            <a:ext cx="0" cy="4244817"/>
          </a:xfrm>
          <a:prstGeom prst="line">
            <a:avLst/>
          </a:prstGeom>
          <a:ln w="9525">
            <a:gradFill>
              <a:gsLst>
                <a:gs pos="0">
                  <a:schemeClr val="bg1"/>
                </a:gs>
                <a:gs pos="55000">
                  <a:schemeClr val="tx1"/>
                </a:gs>
                <a:gs pos="83000">
                  <a:schemeClr val="tx1"/>
                </a:gs>
                <a:gs pos="100000">
                  <a:schemeClr val="bg1"/>
                </a:gs>
              </a:gsLst>
              <a:lin ang="6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248DB0E2-4E48-DCF6-A82D-23277C078574}"/>
              </a:ext>
            </a:extLst>
          </p:cNvPr>
          <p:cNvSpPr txBox="1">
            <a:spLocks/>
          </p:cNvSpPr>
          <p:nvPr/>
        </p:nvSpPr>
        <p:spPr>
          <a:xfrm>
            <a:off x="925704" y="621152"/>
            <a:ext cx="5698176" cy="13040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600" dirty="0">
                <a:solidFill>
                  <a:srgbClr val="00B050"/>
                </a:solidFill>
                <a:latin typeface="Google Sans Flex SemiBold" panose="020B0503030502040204" pitchFamily="34" charset="0"/>
                <a:ea typeface="Google Sans Flex SemiBold" panose="020B0503030502040204" pitchFamily="34" charset="0"/>
                <a:cs typeface="Google Sans Flex SemiBold" panose="020B0503030502040204" pitchFamily="34" charset="0"/>
              </a:rPr>
              <a:t>4 People One app,  </a:t>
            </a:r>
          </a:p>
          <a:p>
            <a:pPr algn="l"/>
            <a:r>
              <a:rPr lang="en-GB" sz="3600" dirty="0">
                <a:latin typeface="Google Sans Flex Light" panose="020B0503030502040204" pitchFamily="34" charset="0"/>
                <a:ea typeface="Google Sans Flex Light" panose="020B0503030502040204" pitchFamily="34" charset="0"/>
                <a:cs typeface="Google Sans Flex Light" panose="020B0503030502040204" pitchFamily="34" charset="0"/>
              </a:rPr>
              <a:t>Every Handoff on record</a:t>
            </a:r>
            <a:endParaRPr lang="en-US" sz="3600" dirty="0">
              <a:latin typeface="Google Sans Flex Light" panose="020B0503030502040204" pitchFamily="34" charset="0"/>
              <a:ea typeface="Google Sans Flex Light" panose="020B0503030502040204" pitchFamily="34" charset="0"/>
              <a:cs typeface="Google Sans Flex Light" panose="020B0503030502040204" pitchFamily="34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2F75324-8AFD-8190-5512-D5EDF15116C6}"/>
              </a:ext>
            </a:extLst>
          </p:cNvPr>
          <p:cNvCxnSpPr>
            <a:cxnSpLocks/>
          </p:cNvCxnSpPr>
          <p:nvPr/>
        </p:nvCxnSpPr>
        <p:spPr>
          <a:xfrm>
            <a:off x="2001215" y="2157127"/>
            <a:ext cx="0" cy="4244817"/>
          </a:xfrm>
          <a:prstGeom prst="line">
            <a:avLst/>
          </a:prstGeom>
          <a:ln w="9525">
            <a:gradFill>
              <a:gsLst>
                <a:gs pos="0">
                  <a:schemeClr val="bg1"/>
                </a:gs>
                <a:gs pos="55000">
                  <a:schemeClr val="tx1"/>
                </a:gs>
                <a:gs pos="83000">
                  <a:schemeClr val="tx1"/>
                </a:gs>
                <a:gs pos="100000">
                  <a:schemeClr val="bg1"/>
                </a:gs>
              </a:gsLst>
              <a:lin ang="6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55EB035-32D2-A461-3381-39979D0DA77E}"/>
              </a:ext>
            </a:extLst>
          </p:cNvPr>
          <p:cNvCxnSpPr>
            <a:cxnSpLocks/>
          </p:cNvCxnSpPr>
          <p:nvPr/>
        </p:nvCxnSpPr>
        <p:spPr>
          <a:xfrm>
            <a:off x="2925621" y="2157127"/>
            <a:ext cx="0" cy="4244817"/>
          </a:xfrm>
          <a:prstGeom prst="line">
            <a:avLst/>
          </a:prstGeom>
          <a:ln w="9525">
            <a:gradFill>
              <a:gsLst>
                <a:gs pos="0">
                  <a:schemeClr val="bg1"/>
                </a:gs>
                <a:gs pos="55000">
                  <a:schemeClr val="tx1"/>
                </a:gs>
                <a:gs pos="83000">
                  <a:schemeClr val="tx1"/>
                </a:gs>
                <a:gs pos="100000">
                  <a:schemeClr val="bg1"/>
                </a:gs>
              </a:gsLst>
              <a:lin ang="6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2">
            <a:extLst>
              <a:ext uri="{FF2B5EF4-FFF2-40B4-BE49-F238E27FC236}">
                <a16:creationId xmlns:a16="http://schemas.microsoft.com/office/drawing/2014/main" id="{23D062E7-1A8A-A5CB-C51A-9589F01345C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935" y="6854844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8226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C407C-D438-9641-0F82-1A063C669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6004CF78-195D-520D-1FB0-C2E02CADA9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77" b="96038" l="602" r="97594">
                        <a14:foregroundMark x1="13636" y1="66981" x2="16176" y2="79434"/>
                        <a14:foregroundMark x1="16176" y1="79434" x2="26537" y2="70094"/>
                        <a14:foregroundMark x1="26537" y1="70094" x2="10695" y2="82925"/>
                        <a14:foregroundMark x1="10695" y1="82925" x2="12433" y2="69057"/>
                        <a14:foregroundMark x1="12433" y1="69057" x2="29746" y2="89340"/>
                        <a14:foregroundMark x1="29746" y1="89340" x2="75668" y2="84057"/>
                        <a14:foregroundMark x1="75668" y1="84057" x2="79612" y2="58774"/>
                        <a14:foregroundMark x1="95768" y1="29018" x2="99332" y2="22453"/>
                        <a14:foregroundMark x1="79612" y1="58774" x2="95436" y2="29629"/>
                        <a14:foregroundMark x1="97656" y1="19300" x2="92112" y2="8868"/>
                        <a14:foregroundMark x1="99332" y1="22453" x2="97706" y2="19393"/>
                        <a14:foregroundMark x1="92112" y1="8868" x2="55882" y2="6792"/>
                        <a14:foregroundMark x1="55882" y1="6792" x2="42112" y2="12170"/>
                        <a14:foregroundMark x1="34059" y1="10316" x2="32687" y2="10000"/>
                        <a14:foregroundMark x1="42112" y1="12170" x2="35712" y2="10696"/>
                        <a14:foregroundMark x1="88703" y1="4434" x2="96925" y2="4717"/>
                        <a14:foregroundMark x1="96925" y1="4717" x2="94719" y2="26698"/>
                        <a14:foregroundMark x1="94719" y1="26698" x2="96123" y2="16038"/>
                        <a14:foregroundMark x1="96123" y1="16038" x2="81350" y2="83585"/>
                        <a14:foregroundMark x1="81350" y1="83585" x2="98329" y2="8019"/>
                        <a14:foregroundMark x1="98329" y1="8019" x2="79813" y2="88679"/>
                        <a14:foregroundMark x1="79813" y1="88679" x2="48596" y2="89434"/>
                        <a14:foregroundMark x1="48596" y1="89434" x2="77406" y2="96981"/>
                        <a14:foregroundMark x1="77406" y1="96981" x2="45588" y2="93302"/>
                        <a14:foregroundMark x1="45588" y1="93302" x2="56684" y2="93302"/>
                        <a14:foregroundMark x1="56684" y1="93302" x2="6016" y2="79340"/>
                        <a14:foregroundMark x1="6016" y1="79340" x2="13035" y2="88679"/>
                        <a14:foregroundMark x1="13035" y1="88679" x2="802" y2="81226"/>
                        <a14:foregroundMark x1="802" y1="81226" x2="1604" y2="74811"/>
                        <a14:foregroundMark x1="61765" y1="94057" x2="76337" y2="96038"/>
                        <a14:foregroundMark x1="93316" y1="4245" x2="96190" y2="15943"/>
                        <a14:foregroundMark x1="96190" y1="15943" x2="94118" y2="28679"/>
                        <a14:foregroundMark x1="94118" y1="28679" x2="97193" y2="13679"/>
                        <a14:foregroundMark x1="97193" y1="13679" x2="91578" y2="43679"/>
                        <a14:foregroundMark x1="97594" y1="377" x2="95856" y2="1509"/>
                        <a14:backgroundMark x1="34626" y1="8962" x2="54278" y2="5566"/>
                        <a14:backgroundMark x1="65709" y1="3302" x2="77607" y2="1509"/>
                        <a14:backgroundMark x1="93984" y1="37358" x2="97460" y2="2009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9122" y="-5114487"/>
            <a:ext cx="6400798" cy="453532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61518D7-E506-56D1-4E97-729210F1615B}"/>
              </a:ext>
            </a:extLst>
          </p:cNvPr>
          <p:cNvSpPr/>
          <p:nvPr/>
        </p:nvSpPr>
        <p:spPr>
          <a:xfrm>
            <a:off x="0" y="0"/>
            <a:ext cx="609599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BF4D5AD-BB40-1DE4-9090-C1811EC2E6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381" t="108" r="36550" b="-108"/>
          <a:stretch>
            <a:fillRect/>
          </a:stretch>
        </p:blipFill>
        <p:spPr>
          <a:xfrm>
            <a:off x="3849107" y="1650832"/>
            <a:ext cx="2236438" cy="520716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D40B46C-2F3D-2F3B-28E4-90A500F421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95" r="40609" b="33159"/>
          <a:stretch>
            <a:fillRect/>
          </a:stretch>
        </p:blipFill>
        <p:spPr>
          <a:xfrm>
            <a:off x="2933592" y="2663420"/>
            <a:ext cx="921063" cy="419457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2D20989-0E43-FF9A-7FBC-64EB48CA91D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47" r="32674" b="21928"/>
          <a:stretch>
            <a:fillRect/>
          </a:stretch>
        </p:blipFill>
        <p:spPr>
          <a:xfrm>
            <a:off x="1069114" y="2729345"/>
            <a:ext cx="932097" cy="412865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8FA3AFB-E1BE-3DBC-0FFB-499645A5111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558" r="38108" b="5628"/>
          <a:stretch>
            <a:fillRect/>
          </a:stretch>
        </p:blipFill>
        <p:spPr>
          <a:xfrm>
            <a:off x="2001211" y="2729345"/>
            <a:ext cx="934732" cy="4128655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C039470-5C92-EBAB-05AF-8DFB56E62650}"/>
              </a:ext>
            </a:extLst>
          </p:cNvPr>
          <p:cNvCxnSpPr>
            <a:cxnSpLocks/>
          </p:cNvCxnSpPr>
          <p:nvPr/>
        </p:nvCxnSpPr>
        <p:spPr>
          <a:xfrm>
            <a:off x="1069114" y="2157127"/>
            <a:ext cx="0" cy="4244817"/>
          </a:xfrm>
          <a:prstGeom prst="line">
            <a:avLst/>
          </a:prstGeom>
          <a:ln w="9525">
            <a:gradFill>
              <a:gsLst>
                <a:gs pos="0">
                  <a:schemeClr val="bg1"/>
                </a:gs>
                <a:gs pos="55000">
                  <a:schemeClr val="tx1"/>
                </a:gs>
                <a:gs pos="83000">
                  <a:schemeClr val="tx1"/>
                </a:gs>
                <a:gs pos="100000">
                  <a:schemeClr val="bg1"/>
                </a:gs>
              </a:gsLst>
              <a:lin ang="6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CEC3759-49C8-4CC0-4E65-D48FD55EAAA1}"/>
              </a:ext>
            </a:extLst>
          </p:cNvPr>
          <p:cNvCxnSpPr>
            <a:cxnSpLocks/>
          </p:cNvCxnSpPr>
          <p:nvPr/>
        </p:nvCxnSpPr>
        <p:spPr>
          <a:xfrm>
            <a:off x="6096000" y="2157127"/>
            <a:ext cx="0" cy="4244817"/>
          </a:xfrm>
          <a:prstGeom prst="line">
            <a:avLst/>
          </a:prstGeom>
          <a:ln w="9525">
            <a:gradFill>
              <a:gsLst>
                <a:gs pos="0">
                  <a:schemeClr val="bg1"/>
                </a:gs>
                <a:gs pos="55000">
                  <a:schemeClr val="tx1"/>
                </a:gs>
                <a:gs pos="83000">
                  <a:schemeClr val="tx1"/>
                </a:gs>
                <a:gs pos="100000">
                  <a:schemeClr val="bg1"/>
                </a:gs>
              </a:gsLst>
              <a:lin ang="6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8EDDFAA6-0C60-AC0E-FED4-3DCC651C21DA}"/>
              </a:ext>
            </a:extLst>
          </p:cNvPr>
          <p:cNvSpPr txBox="1">
            <a:spLocks/>
          </p:cNvSpPr>
          <p:nvPr/>
        </p:nvSpPr>
        <p:spPr>
          <a:xfrm>
            <a:off x="925704" y="621152"/>
            <a:ext cx="5698176" cy="13040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600" dirty="0">
                <a:solidFill>
                  <a:srgbClr val="00B050"/>
                </a:solidFill>
                <a:latin typeface="Google Sans Flex SemiBold" panose="020B0503030502040204" pitchFamily="34" charset="0"/>
                <a:ea typeface="Google Sans Flex SemiBold" panose="020B0503030502040204" pitchFamily="34" charset="0"/>
                <a:cs typeface="Google Sans Flex SemiBold" panose="020B0503030502040204" pitchFamily="34" charset="0"/>
              </a:rPr>
              <a:t>4 People One app,  </a:t>
            </a:r>
          </a:p>
          <a:p>
            <a:pPr algn="l"/>
            <a:r>
              <a:rPr lang="en-GB" sz="3600" dirty="0">
                <a:latin typeface="Google Sans Flex Light" panose="020B0503030502040204" pitchFamily="34" charset="0"/>
                <a:ea typeface="Google Sans Flex Light" panose="020B0503030502040204" pitchFamily="34" charset="0"/>
                <a:cs typeface="Google Sans Flex Light" panose="020B0503030502040204" pitchFamily="34" charset="0"/>
              </a:rPr>
              <a:t>Every Handoff on record</a:t>
            </a:r>
            <a:endParaRPr lang="en-US" sz="3600" dirty="0">
              <a:latin typeface="Google Sans Flex Light" panose="020B0503030502040204" pitchFamily="34" charset="0"/>
              <a:ea typeface="Google Sans Flex Light" panose="020B0503030502040204" pitchFamily="34" charset="0"/>
              <a:cs typeface="Google Sans Flex Light" panose="020B0503030502040204" pitchFamily="34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CA04021-5BDF-34A4-F39F-F29180D08C3D}"/>
              </a:ext>
            </a:extLst>
          </p:cNvPr>
          <p:cNvCxnSpPr>
            <a:cxnSpLocks/>
          </p:cNvCxnSpPr>
          <p:nvPr/>
        </p:nvCxnSpPr>
        <p:spPr>
          <a:xfrm>
            <a:off x="2001215" y="2157127"/>
            <a:ext cx="0" cy="4244817"/>
          </a:xfrm>
          <a:prstGeom prst="line">
            <a:avLst/>
          </a:prstGeom>
          <a:ln w="9525">
            <a:gradFill>
              <a:gsLst>
                <a:gs pos="0">
                  <a:schemeClr val="bg1"/>
                </a:gs>
                <a:gs pos="55000">
                  <a:schemeClr val="tx1"/>
                </a:gs>
                <a:gs pos="83000">
                  <a:schemeClr val="tx1"/>
                </a:gs>
                <a:gs pos="100000">
                  <a:schemeClr val="bg1"/>
                </a:gs>
              </a:gsLst>
              <a:lin ang="6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DB9FE41-080C-ADCC-8A57-174AC54DDDC8}"/>
              </a:ext>
            </a:extLst>
          </p:cNvPr>
          <p:cNvCxnSpPr>
            <a:cxnSpLocks/>
          </p:cNvCxnSpPr>
          <p:nvPr/>
        </p:nvCxnSpPr>
        <p:spPr>
          <a:xfrm>
            <a:off x="2925621" y="2157127"/>
            <a:ext cx="0" cy="4244817"/>
          </a:xfrm>
          <a:prstGeom prst="line">
            <a:avLst/>
          </a:prstGeom>
          <a:ln w="9525">
            <a:gradFill>
              <a:gsLst>
                <a:gs pos="0">
                  <a:schemeClr val="bg1"/>
                </a:gs>
                <a:gs pos="55000">
                  <a:schemeClr val="tx1"/>
                </a:gs>
                <a:gs pos="83000">
                  <a:schemeClr val="tx1"/>
                </a:gs>
                <a:gs pos="100000">
                  <a:schemeClr val="bg1"/>
                </a:gs>
              </a:gsLst>
              <a:lin ang="6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C21E604-5378-6450-ADED-93F1D915F125}"/>
              </a:ext>
            </a:extLst>
          </p:cNvPr>
          <p:cNvCxnSpPr>
            <a:cxnSpLocks/>
          </p:cNvCxnSpPr>
          <p:nvPr/>
        </p:nvCxnSpPr>
        <p:spPr>
          <a:xfrm>
            <a:off x="3852672" y="2157127"/>
            <a:ext cx="0" cy="4244817"/>
          </a:xfrm>
          <a:prstGeom prst="line">
            <a:avLst/>
          </a:prstGeom>
          <a:ln w="9525">
            <a:gradFill>
              <a:gsLst>
                <a:gs pos="0">
                  <a:schemeClr val="bg1"/>
                </a:gs>
                <a:gs pos="55000">
                  <a:schemeClr val="tx1"/>
                </a:gs>
                <a:gs pos="83000">
                  <a:schemeClr val="tx1"/>
                </a:gs>
                <a:gs pos="100000">
                  <a:schemeClr val="bg1"/>
                </a:gs>
              </a:gsLst>
              <a:lin ang="6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9DB996AD-62E6-0103-6A90-1D3561976774}"/>
              </a:ext>
            </a:extLst>
          </p:cNvPr>
          <p:cNvSpPr/>
          <p:nvPr/>
        </p:nvSpPr>
        <p:spPr>
          <a:xfrm>
            <a:off x="-18436856" y="0"/>
            <a:ext cx="15353414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F77AABEE-1CBD-192A-5FF9-A14511B6756A}"/>
              </a:ext>
            </a:extLst>
          </p:cNvPr>
          <p:cNvSpPr/>
          <p:nvPr/>
        </p:nvSpPr>
        <p:spPr>
          <a:xfrm>
            <a:off x="-16030575" y="2448691"/>
            <a:ext cx="10963543" cy="3285084"/>
          </a:xfrm>
          <a:prstGeom prst="roundRect">
            <a:avLst>
              <a:gd name="adj" fmla="val 12750"/>
            </a:avLst>
          </a:prstGeom>
          <a:solidFill>
            <a:schemeClr val="bg1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tx1"/>
                </a:gs>
                <a:gs pos="83000">
                  <a:schemeClr val="tx1"/>
                </a:gs>
                <a:gs pos="100000">
                  <a:schemeClr val="bg1"/>
                </a:gs>
              </a:gsLst>
              <a:lin ang="11400000" scaled="0"/>
            </a:gradFill>
          </a:ln>
          <a:effectLst>
            <a:outerShdw blurRad="1270000" dist="177800" dir="4800000" sx="102000" sy="102000" algn="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2D2106F-4FB4-B6F4-C96D-31190116D687}"/>
              </a:ext>
            </a:extLst>
          </p:cNvPr>
          <p:cNvSpPr/>
          <p:nvPr/>
        </p:nvSpPr>
        <p:spPr>
          <a:xfrm>
            <a:off x="-6286017" y="381005"/>
            <a:ext cx="6095990" cy="6095990"/>
          </a:xfrm>
          <a:prstGeom prst="ellipse">
            <a:avLst/>
          </a:prstGeom>
          <a:solidFill>
            <a:srgbClr val="001B09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89E53573-3F30-51D4-1395-417AE1FBAB2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935" y="0"/>
            <a:ext cx="6858000" cy="6858000"/>
          </a:xfrm>
          <a:prstGeom prst="rect">
            <a:avLst/>
          </a:prstGeom>
        </p:spPr>
      </p:pic>
      <p:sp>
        <p:nvSpPr>
          <p:cNvPr id="38" name="Title 1">
            <a:extLst>
              <a:ext uri="{FF2B5EF4-FFF2-40B4-BE49-F238E27FC236}">
                <a16:creationId xmlns:a16="http://schemas.microsoft.com/office/drawing/2014/main" id="{DF81FC9E-113B-D7C5-B520-DA938B8DB7A9}"/>
              </a:ext>
            </a:extLst>
          </p:cNvPr>
          <p:cNvSpPr txBox="1">
            <a:spLocks/>
          </p:cNvSpPr>
          <p:nvPr/>
        </p:nvSpPr>
        <p:spPr>
          <a:xfrm>
            <a:off x="-12512083" y="773552"/>
            <a:ext cx="5698176" cy="13040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600" dirty="0">
                <a:latin typeface="Google Sans Flex Light" panose="020B0503030502040204" pitchFamily="34" charset="0"/>
                <a:ea typeface="Google Sans Flex Light" panose="020B0503030502040204" pitchFamily="34" charset="0"/>
                <a:cs typeface="Google Sans Flex Light" panose="020B0503030502040204" pitchFamily="34" charset="0"/>
              </a:rPr>
              <a:t>Designed for people </a:t>
            </a:r>
          </a:p>
          <a:p>
            <a:pPr algn="l"/>
            <a:r>
              <a:rPr lang="en-GB" sz="3600" dirty="0">
                <a:latin typeface="Google Sans Flex Light" panose="020B0503030502040204" pitchFamily="34" charset="0"/>
                <a:ea typeface="Google Sans Flex Light" panose="020B0503030502040204" pitchFamily="34" charset="0"/>
                <a:cs typeface="Google Sans Flex Light" panose="020B0503030502040204" pitchFamily="34" charset="0"/>
              </a:rPr>
              <a:t>who </a:t>
            </a:r>
            <a:r>
              <a:rPr lang="en-US" sz="3600" dirty="0">
                <a:solidFill>
                  <a:srgbClr val="00B050"/>
                </a:solidFill>
                <a:latin typeface="Google Sans Flex SemiBold" panose="020B0503030502040204" pitchFamily="34" charset="0"/>
                <a:ea typeface="Google Sans Flex SemiBold" panose="020B0503030502040204" pitchFamily="34" charset="0"/>
                <a:cs typeface="Google Sans Flex SemiBold" panose="020B0503030502040204" pitchFamily="34" charset="0"/>
              </a:rPr>
              <a:t>start at 3 AM</a:t>
            </a:r>
            <a:r>
              <a:rPr lang="en-GB" sz="3600" dirty="0">
                <a:solidFill>
                  <a:srgbClr val="00B050"/>
                </a:solidFill>
                <a:latin typeface="Google Sans Flex SemiBold" panose="020B0503030502040204" pitchFamily="34" charset="0"/>
                <a:ea typeface="Google Sans Flex SemiBold" panose="020B0503030502040204" pitchFamily="34" charset="0"/>
                <a:cs typeface="Google Sans Flex SemiBold" panose="020B0503030502040204" pitchFamily="34" charset="0"/>
              </a:rPr>
              <a:t>  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A77DAF4-CA67-8167-6F02-2D0E4538876F}"/>
              </a:ext>
            </a:extLst>
          </p:cNvPr>
          <p:cNvSpPr/>
          <p:nvPr/>
        </p:nvSpPr>
        <p:spPr>
          <a:xfrm>
            <a:off x="-13255663" y="2796098"/>
            <a:ext cx="669360" cy="669360"/>
          </a:xfrm>
          <a:prstGeom prst="roundRect">
            <a:avLst/>
          </a:prstGeom>
          <a:solidFill>
            <a:srgbClr val="00DE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AD5C9E8-D9AE-9592-CED7-6432FC967963}"/>
              </a:ext>
            </a:extLst>
          </p:cNvPr>
          <p:cNvSpPr/>
          <p:nvPr/>
        </p:nvSpPr>
        <p:spPr>
          <a:xfrm>
            <a:off x="-14072859" y="3775774"/>
            <a:ext cx="669360" cy="669360"/>
          </a:xfrm>
          <a:prstGeom prst="roundRect">
            <a:avLst/>
          </a:prstGeom>
          <a:solidFill>
            <a:srgbClr val="006A6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4CDCD3D-636A-E445-6442-F54BD32ABAEF}"/>
              </a:ext>
            </a:extLst>
          </p:cNvPr>
          <p:cNvSpPr/>
          <p:nvPr/>
        </p:nvSpPr>
        <p:spPr>
          <a:xfrm>
            <a:off x="-14991104" y="4760512"/>
            <a:ext cx="669360" cy="669360"/>
          </a:xfrm>
          <a:prstGeom prst="roundRect">
            <a:avLst/>
          </a:prstGeom>
          <a:solidFill>
            <a:srgbClr val="001B0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CA36656F-99A8-1CB2-CBA0-12F00C722ABE}"/>
              </a:ext>
            </a:extLst>
          </p:cNvPr>
          <p:cNvSpPr txBox="1">
            <a:spLocks/>
          </p:cNvSpPr>
          <p:nvPr/>
        </p:nvSpPr>
        <p:spPr>
          <a:xfrm>
            <a:off x="-12492565" y="2844462"/>
            <a:ext cx="1978021" cy="5358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1800" dirty="0">
                <a:latin typeface="Google Sans Flex SemiBold" panose="020B0503030502040204" pitchFamily="34" charset="0"/>
                <a:ea typeface="Google Sans Flex SemiBold" panose="020B0503030502040204" pitchFamily="34" charset="0"/>
                <a:cs typeface="Google Sans Flex SemiBold" panose="020B0503030502040204" pitchFamily="34" charset="0"/>
              </a:rPr>
              <a:t>Go Green</a:t>
            </a:r>
            <a:endParaRPr lang="en-GB" sz="1800" dirty="0">
              <a:solidFill>
                <a:srgbClr val="00B050"/>
              </a:solidFill>
              <a:latin typeface="Google Sans Flex SemiBold" panose="020B0503030502040204" pitchFamily="34" charset="0"/>
              <a:ea typeface="Google Sans Flex SemiBold" panose="020B0503030502040204" pitchFamily="34" charset="0"/>
              <a:cs typeface="Google Sans Flex SemiBold" panose="020B0503030502040204" pitchFamily="34" charset="0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C7775E13-E138-439D-C4F6-CE7FCA24B5D0}"/>
              </a:ext>
            </a:extLst>
          </p:cNvPr>
          <p:cNvSpPr txBox="1">
            <a:spLocks/>
          </p:cNvSpPr>
          <p:nvPr/>
        </p:nvSpPr>
        <p:spPr>
          <a:xfrm>
            <a:off x="-12492565" y="3147934"/>
            <a:ext cx="4364783" cy="5358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1400" dirty="0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The next step to take · From our logo</a:t>
            </a:r>
            <a:endParaRPr lang="en-GB" sz="1400" dirty="0">
              <a:solidFill>
                <a:srgbClr val="00B050"/>
              </a:solidFill>
              <a:latin typeface="Google Sans Flex" panose="020B0503030502040204" pitchFamily="34" charset="0"/>
              <a:ea typeface="Google Sans Flex" panose="020B0503030502040204" pitchFamily="34" charset="0"/>
              <a:cs typeface="Google Sans Flex" panose="020B0503030502040204" pitchFamily="34" charset="0"/>
            </a:endParaRP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30CF20E2-80E7-BFAF-A749-2B0DBEC5C8ED}"/>
              </a:ext>
            </a:extLst>
          </p:cNvPr>
          <p:cNvSpPr txBox="1">
            <a:spLocks/>
          </p:cNvSpPr>
          <p:nvPr/>
        </p:nvSpPr>
        <p:spPr>
          <a:xfrm>
            <a:off x="-13309761" y="3842477"/>
            <a:ext cx="1978021" cy="5358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1800" dirty="0">
                <a:latin typeface="Google Sans Flex SemiBold" panose="020B0503030502040204" pitchFamily="34" charset="0"/>
                <a:ea typeface="Google Sans Flex SemiBold" panose="020B0503030502040204" pitchFamily="34" charset="0"/>
                <a:cs typeface="Google Sans Flex SemiBold" panose="020B0503030502040204" pitchFamily="34" charset="0"/>
              </a:rPr>
              <a:t>Teal</a:t>
            </a:r>
            <a:endParaRPr lang="en-GB" sz="1800" dirty="0">
              <a:solidFill>
                <a:srgbClr val="00B050"/>
              </a:solidFill>
              <a:latin typeface="Google Sans Flex SemiBold" panose="020B0503030502040204" pitchFamily="34" charset="0"/>
              <a:ea typeface="Google Sans Flex SemiBold" panose="020B0503030502040204" pitchFamily="34" charset="0"/>
              <a:cs typeface="Google Sans Flex SemiBold" panose="020B0503030502040204" pitchFamily="34" charset="0"/>
            </a:endParaRP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E1E23722-C1C4-3A28-6B1A-E81A6293FC70}"/>
              </a:ext>
            </a:extLst>
          </p:cNvPr>
          <p:cNvSpPr txBox="1">
            <a:spLocks/>
          </p:cNvSpPr>
          <p:nvPr/>
        </p:nvSpPr>
        <p:spPr>
          <a:xfrm>
            <a:off x="-13309756" y="4145949"/>
            <a:ext cx="4364783" cy="5358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1400" dirty="0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Decisions and links · Calm &amp; trusted</a:t>
            </a:r>
            <a:endParaRPr lang="en-GB" sz="1400" dirty="0">
              <a:solidFill>
                <a:srgbClr val="00B050"/>
              </a:solidFill>
              <a:latin typeface="Google Sans Flex" panose="020B0503030502040204" pitchFamily="34" charset="0"/>
              <a:ea typeface="Google Sans Flex" panose="020B0503030502040204" pitchFamily="34" charset="0"/>
              <a:cs typeface="Google Sans Flex" panose="020B0503030502040204" pitchFamily="34" charset="0"/>
            </a:endParaRP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0E6CF373-8437-128A-E8E7-05F78A1613AB}"/>
              </a:ext>
            </a:extLst>
          </p:cNvPr>
          <p:cNvSpPr txBox="1">
            <a:spLocks/>
          </p:cNvSpPr>
          <p:nvPr/>
        </p:nvSpPr>
        <p:spPr>
          <a:xfrm>
            <a:off x="-14228006" y="4822588"/>
            <a:ext cx="1978021" cy="5358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1800" dirty="0">
                <a:latin typeface="Google Sans Flex SemiBold" panose="020B0503030502040204" pitchFamily="34" charset="0"/>
                <a:ea typeface="Google Sans Flex SemiBold" panose="020B0503030502040204" pitchFamily="34" charset="0"/>
                <a:cs typeface="Google Sans Flex SemiBold" panose="020B0503030502040204" pitchFamily="34" charset="0"/>
              </a:rPr>
              <a:t>Night</a:t>
            </a:r>
            <a:endParaRPr lang="en-GB" sz="1800" dirty="0">
              <a:solidFill>
                <a:srgbClr val="00B050"/>
              </a:solidFill>
              <a:latin typeface="Google Sans Flex SemiBold" panose="020B0503030502040204" pitchFamily="34" charset="0"/>
              <a:ea typeface="Google Sans Flex SemiBold" panose="020B0503030502040204" pitchFamily="34" charset="0"/>
              <a:cs typeface="Google Sans Flex SemiBold" panose="020B0503030502040204" pitchFamily="34" charset="0"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F469E397-4855-07CB-7421-EBFC775FEDA7}"/>
              </a:ext>
            </a:extLst>
          </p:cNvPr>
          <p:cNvSpPr txBox="1">
            <a:spLocks/>
          </p:cNvSpPr>
          <p:nvPr/>
        </p:nvSpPr>
        <p:spPr>
          <a:xfrm>
            <a:off x="-14228001" y="5126060"/>
            <a:ext cx="4919459" cy="5358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1400" dirty="0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Dark screens do for 3 AM · No glare in the cab</a:t>
            </a:r>
            <a:endParaRPr lang="en-GB" sz="1400" dirty="0">
              <a:solidFill>
                <a:srgbClr val="00B050"/>
              </a:solidFill>
              <a:latin typeface="Google Sans Flex" panose="020B0503030502040204" pitchFamily="34" charset="0"/>
              <a:ea typeface="Google Sans Flex" panose="020B0503030502040204" pitchFamily="34" charset="0"/>
              <a:cs typeface="Google Sans Flex" panose="020B0503030502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44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C7BC5-6F45-CB12-E7AD-BEDC59034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A363798D-D272-7F67-DC0E-7ED71A431A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77" b="96038" l="602" r="97594">
                        <a14:foregroundMark x1="13636" y1="66981" x2="16176" y2="79434"/>
                        <a14:foregroundMark x1="16176" y1="79434" x2="26537" y2="70094"/>
                        <a14:foregroundMark x1="26537" y1="70094" x2="10695" y2="82925"/>
                        <a14:foregroundMark x1="10695" y1="82925" x2="12433" y2="69057"/>
                        <a14:foregroundMark x1="12433" y1="69057" x2="29746" y2="89340"/>
                        <a14:foregroundMark x1="29746" y1="89340" x2="75668" y2="84057"/>
                        <a14:foregroundMark x1="75668" y1="84057" x2="79612" y2="58774"/>
                        <a14:foregroundMark x1="95768" y1="29018" x2="99332" y2="22453"/>
                        <a14:foregroundMark x1="79612" y1="58774" x2="95436" y2="29629"/>
                        <a14:foregroundMark x1="97656" y1="19300" x2="92112" y2="8868"/>
                        <a14:foregroundMark x1="99332" y1="22453" x2="97706" y2="19393"/>
                        <a14:foregroundMark x1="92112" y1="8868" x2="55882" y2="6792"/>
                        <a14:foregroundMark x1="55882" y1="6792" x2="42112" y2="12170"/>
                        <a14:foregroundMark x1="34059" y1="10316" x2="32687" y2="10000"/>
                        <a14:foregroundMark x1="42112" y1="12170" x2="35712" y2="10696"/>
                        <a14:foregroundMark x1="88703" y1="4434" x2="96925" y2="4717"/>
                        <a14:foregroundMark x1="96925" y1="4717" x2="94719" y2="26698"/>
                        <a14:foregroundMark x1="94719" y1="26698" x2="96123" y2="16038"/>
                        <a14:foregroundMark x1="96123" y1="16038" x2="81350" y2="83585"/>
                        <a14:foregroundMark x1="81350" y1="83585" x2="98329" y2="8019"/>
                        <a14:foregroundMark x1="98329" y1="8019" x2="79813" y2="88679"/>
                        <a14:foregroundMark x1="79813" y1="88679" x2="48596" y2="89434"/>
                        <a14:foregroundMark x1="48596" y1="89434" x2="77406" y2="96981"/>
                        <a14:foregroundMark x1="77406" y1="96981" x2="45588" y2="93302"/>
                        <a14:foregroundMark x1="45588" y1="93302" x2="56684" y2="93302"/>
                        <a14:foregroundMark x1="56684" y1="93302" x2="6016" y2="79340"/>
                        <a14:foregroundMark x1="6016" y1="79340" x2="13035" y2="88679"/>
                        <a14:foregroundMark x1="13035" y1="88679" x2="802" y2="81226"/>
                        <a14:foregroundMark x1="802" y1="81226" x2="1604" y2="74811"/>
                        <a14:foregroundMark x1="61765" y1="94057" x2="76337" y2="96038"/>
                        <a14:foregroundMark x1="93316" y1="4245" x2="96190" y2="15943"/>
                        <a14:foregroundMark x1="96190" y1="15943" x2="94118" y2="28679"/>
                        <a14:foregroundMark x1="94118" y1="28679" x2="97193" y2="13679"/>
                        <a14:foregroundMark x1="97193" y1="13679" x2="91578" y2="43679"/>
                        <a14:foregroundMark x1="97594" y1="377" x2="95856" y2="1509"/>
                        <a14:backgroundMark x1="34626" y1="8962" x2="54278" y2="5566"/>
                        <a14:backgroundMark x1="65709" y1="3302" x2="77607" y2="1509"/>
                        <a14:backgroundMark x1="93984" y1="37358" x2="97460" y2="2009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9122" y="-5114487"/>
            <a:ext cx="6400798" cy="453532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029D4F8E-72E2-C862-2ACC-DE3D0BF192B8}"/>
              </a:ext>
            </a:extLst>
          </p:cNvPr>
          <p:cNvSpPr/>
          <p:nvPr/>
        </p:nvSpPr>
        <p:spPr>
          <a:xfrm>
            <a:off x="0" y="0"/>
            <a:ext cx="609599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25FA2F1-1009-85AD-A18D-2340E4FE1F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381" t="108" r="36550" b="-108"/>
          <a:stretch>
            <a:fillRect/>
          </a:stretch>
        </p:blipFill>
        <p:spPr>
          <a:xfrm>
            <a:off x="3849107" y="1650832"/>
            <a:ext cx="2236438" cy="520716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CAB242A-0646-8DC6-264D-371CA0A70F4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95" r="40609" b="33159"/>
          <a:stretch>
            <a:fillRect/>
          </a:stretch>
        </p:blipFill>
        <p:spPr>
          <a:xfrm>
            <a:off x="2933592" y="2663420"/>
            <a:ext cx="921063" cy="419457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7081F10-5849-D142-513C-52BD7543897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47" r="32674" b="21928"/>
          <a:stretch>
            <a:fillRect/>
          </a:stretch>
        </p:blipFill>
        <p:spPr>
          <a:xfrm>
            <a:off x="1069114" y="2729345"/>
            <a:ext cx="932097" cy="412865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FD7A708-3D53-AAEB-72C6-92E4791DA81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558" r="38108" b="5628"/>
          <a:stretch>
            <a:fillRect/>
          </a:stretch>
        </p:blipFill>
        <p:spPr>
          <a:xfrm>
            <a:off x="2001211" y="2729345"/>
            <a:ext cx="934732" cy="4128655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2FED25E-E924-5E27-CD59-737B1BF9F1D8}"/>
              </a:ext>
            </a:extLst>
          </p:cNvPr>
          <p:cNvCxnSpPr>
            <a:cxnSpLocks/>
          </p:cNvCxnSpPr>
          <p:nvPr/>
        </p:nvCxnSpPr>
        <p:spPr>
          <a:xfrm>
            <a:off x="1069114" y="1840774"/>
            <a:ext cx="0" cy="4244817"/>
          </a:xfrm>
          <a:prstGeom prst="line">
            <a:avLst/>
          </a:prstGeom>
          <a:ln w="9525">
            <a:gradFill>
              <a:gsLst>
                <a:gs pos="0">
                  <a:schemeClr val="bg1"/>
                </a:gs>
                <a:gs pos="55000">
                  <a:schemeClr val="tx1"/>
                </a:gs>
                <a:gs pos="83000">
                  <a:schemeClr val="tx1"/>
                </a:gs>
                <a:gs pos="100000">
                  <a:schemeClr val="bg1"/>
                </a:gs>
              </a:gsLst>
              <a:lin ang="6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DF9C777-B18B-6965-B4DF-D3DC70924303}"/>
              </a:ext>
            </a:extLst>
          </p:cNvPr>
          <p:cNvCxnSpPr>
            <a:cxnSpLocks/>
          </p:cNvCxnSpPr>
          <p:nvPr/>
        </p:nvCxnSpPr>
        <p:spPr>
          <a:xfrm>
            <a:off x="6096000" y="2157127"/>
            <a:ext cx="0" cy="4244817"/>
          </a:xfrm>
          <a:prstGeom prst="line">
            <a:avLst/>
          </a:prstGeom>
          <a:ln w="9525">
            <a:gradFill>
              <a:gsLst>
                <a:gs pos="0">
                  <a:schemeClr val="bg1"/>
                </a:gs>
                <a:gs pos="55000">
                  <a:schemeClr val="tx1"/>
                </a:gs>
                <a:gs pos="83000">
                  <a:schemeClr val="tx1"/>
                </a:gs>
                <a:gs pos="100000">
                  <a:schemeClr val="bg1"/>
                </a:gs>
              </a:gsLst>
              <a:lin ang="6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E8190918-4604-C316-EB64-4A19EB83E6E6}"/>
              </a:ext>
            </a:extLst>
          </p:cNvPr>
          <p:cNvSpPr txBox="1">
            <a:spLocks/>
          </p:cNvSpPr>
          <p:nvPr/>
        </p:nvSpPr>
        <p:spPr>
          <a:xfrm>
            <a:off x="925704" y="621152"/>
            <a:ext cx="5698176" cy="13040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600" dirty="0">
                <a:solidFill>
                  <a:srgbClr val="00B050"/>
                </a:solidFill>
                <a:latin typeface="Google Sans Flex SemiBold" panose="020B0503030502040204" pitchFamily="34" charset="0"/>
                <a:ea typeface="Google Sans Flex SemiBold" panose="020B0503030502040204" pitchFamily="34" charset="0"/>
                <a:cs typeface="Google Sans Flex SemiBold" panose="020B0503030502040204" pitchFamily="34" charset="0"/>
              </a:rPr>
              <a:t>4 People One app,  </a:t>
            </a:r>
          </a:p>
          <a:p>
            <a:pPr algn="l"/>
            <a:r>
              <a:rPr lang="en-GB" sz="3600" dirty="0">
                <a:latin typeface="Google Sans Flex Light" panose="020B0503030502040204" pitchFamily="34" charset="0"/>
                <a:ea typeface="Google Sans Flex Light" panose="020B0503030502040204" pitchFamily="34" charset="0"/>
                <a:cs typeface="Google Sans Flex Light" panose="020B0503030502040204" pitchFamily="34" charset="0"/>
              </a:rPr>
              <a:t>Every Handoff on record</a:t>
            </a:r>
            <a:endParaRPr lang="en-US" sz="3600" dirty="0">
              <a:latin typeface="Google Sans Flex Light" panose="020B0503030502040204" pitchFamily="34" charset="0"/>
              <a:ea typeface="Google Sans Flex Light" panose="020B0503030502040204" pitchFamily="34" charset="0"/>
              <a:cs typeface="Google Sans Flex Light" panose="020B0503030502040204" pitchFamily="34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AAFACF0-93BF-3887-151A-A52EC9EDF1BB}"/>
              </a:ext>
            </a:extLst>
          </p:cNvPr>
          <p:cNvCxnSpPr>
            <a:cxnSpLocks/>
          </p:cNvCxnSpPr>
          <p:nvPr/>
        </p:nvCxnSpPr>
        <p:spPr>
          <a:xfrm>
            <a:off x="2001215" y="1840774"/>
            <a:ext cx="0" cy="4244817"/>
          </a:xfrm>
          <a:prstGeom prst="line">
            <a:avLst/>
          </a:prstGeom>
          <a:ln w="9525">
            <a:gradFill>
              <a:gsLst>
                <a:gs pos="0">
                  <a:schemeClr val="bg1"/>
                </a:gs>
                <a:gs pos="55000">
                  <a:schemeClr val="tx1"/>
                </a:gs>
                <a:gs pos="83000">
                  <a:schemeClr val="tx1"/>
                </a:gs>
                <a:gs pos="100000">
                  <a:schemeClr val="bg1"/>
                </a:gs>
              </a:gsLst>
              <a:lin ang="6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E1D2514-64B7-6847-55E6-457B9D383B66}"/>
              </a:ext>
            </a:extLst>
          </p:cNvPr>
          <p:cNvCxnSpPr>
            <a:cxnSpLocks/>
          </p:cNvCxnSpPr>
          <p:nvPr/>
        </p:nvCxnSpPr>
        <p:spPr>
          <a:xfrm>
            <a:off x="2925621" y="2157127"/>
            <a:ext cx="0" cy="4244817"/>
          </a:xfrm>
          <a:prstGeom prst="line">
            <a:avLst/>
          </a:prstGeom>
          <a:ln w="9525">
            <a:gradFill>
              <a:gsLst>
                <a:gs pos="0">
                  <a:schemeClr val="bg1"/>
                </a:gs>
                <a:gs pos="55000">
                  <a:schemeClr val="tx1"/>
                </a:gs>
                <a:gs pos="83000">
                  <a:schemeClr val="tx1"/>
                </a:gs>
                <a:gs pos="100000">
                  <a:schemeClr val="bg1"/>
                </a:gs>
              </a:gsLst>
              <a:lin ang="6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CEA34FA-4BFA-119C-F21B-7EB668B9C449}"/>
              </a:ext>
            </a:extLst>
          </p:cNvPr>
          <p:cNvCxnSpPr>
            <a:cxnSpLocks/>
          </p:cNvCxnSpPr>
          <p:nvPr/>
        </p:nvCxnSpPr>
        <p:spPr>
          <a:xfrm>
            <a:off x="3852672" y="2157127"/>
            <a:ext cx="0" cy="4244817"/>
          </a:xfrm>
          <a:prstGeom prst="line">
            <a:avLst/>
          </a:prstGeom>
          <a:ln w="9525">
            <a:gradFill>
              <a:gsLst>
                <a:gs pos="0">
                  <a:schemeClr val="bg1"/>
                </a:gs>
                <a:gs pos="55000">
                  <a:schemeClr val="tx1"/>
                </a:gs>
                <a:gs pos="83000">
                  <a:schemeClr val="tx1"/>
                </a:gs>
                <a:gs pos="100000">
                  <a:schemeClr val="bg1"/>
                </a:gs>
              </a:gsLst>
              <a:lin ang="6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59A3F747-7D12-763E-D156-A8D55DD049DF}"/>
              </a:ext>
            </a:extLst>
          </p:cNvPr>
          <p:cNvSpPr/>
          <p:nvPr/>
        </p:nvSpPr>
        <p:spPr>
          <a:xfrm>
            <a:off x="0" y="0"/>
            <a:ext cx="15353414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AA718FF4-63DC-22A5-A04F-FEFA098A3647}"/>
              </a:ext>
            </a:extLst>
          </p:cNvPr>
          <p:cNvSpPr/>
          <p:nvPr/>
        </p:nvSpPr>
        <p:spPr>
          <a:xfrm>
            <a:off x="1085025" y="2448691"/>
            <a:ext cx="7433356" cy="3285084"/>
          </a:xfrm>
          <a:prstGeom prst="roundRect">
            <a:avLst>
              <a:gd name="adj" fmla="val 12750"/>
            </a:avLst>
          </a:prstGeom>
          <a:solidFill>
            <a:schemeClr val="bg1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tx1"/>
                </a:gs>
                <a:gs pos="83000">
                  <a:schemeClr val="tx1"/>
                </a:gs>
                <a:gs pos="100000">
                  <a:schemeClr val="bg1"/>
                </a:gs>
              </a:gsLst>
              <a:lin ang="11400000" scaled="0"/>
            </a:gradFill>
          </a:ln>
          <a:effectLst>
            <a:outerShdw blurRad="1270000" dist="177800" dir="4800000" sx="102000" sy="102000" algn="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840BB5C-63DE-06E9-5687-190D02401113}"/>
              </a:ext>
            </a:extLst>
          </p:cNvPr>
          <p:cNvSpPr/>
          <p:nvPr/>
        </p:nvSpPr>
        <p:spPr>
          <a:xfrm>
            <a:off x="6103960" y="-9439454"/>
            <a:ext cx="18878907" cy="18878907"/>
          </a:xfrm>
          <a:prstGeom prst="ellipse">
            <a:avLst/>
          </a:prstGeom>
          <a:solidFill>
            <a:srgbClr val="001B09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E26D6B6-AE28-B060-2FC1-69EAA87519C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8554" y="0"/>
            <a:ext cx="6858000" cy="6858000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D3A39E89-8CA7-B110-5C8F-1F0D8327FB27}"/>
              </a:ext>
            </a:extLst>
          </p:cNvPr>
          <p:cNvSpPr txBox="1">
            <a:spLocks/>
          </p:cNvSpPr>
          <p:nvPr/>
        </p:nvSpPr>
        <p:spPr>
          <a:xfrm>
            <a:off x="1078104" y="863066"/>
            <a:ext cx="5698176" cy="13040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600" dirty="0">
                <a:latin typeface="Google Sans Flex Light" panose="020B0503030502040204" pitchFamily="34" charset="0"/>
                <a:ea typeface="Google Sans Flex Light" panose="020B0503030502040204" pitchFamily="34" charset="0"/>
                <a:cs typeface="Google Sans Flex Light" panose="020B0503030502040204" pitchFamily="34" charset="0"/>
              </a:rPr>
              <a:t>Designed for people </a:t>
            </a:r>
          </a:p>
          <a:p>
            <a:pPr algn="l"/>
            <a:r>
              <a:rPr lang="en-GB" sz="3600" dirty="0">
                <a:latin typeface="Google Sans Flex Light" panose="020B0503030502040204" pitchFamily="34" charset="0"/>
                <a:ea typeface="Google Sans Flex Light" panose="020B0503030502040204" pitchFamily="34" charset="0"/>
                <a:cs typeface="Google Sans Flex Light" panose="020B0503030502040204" pitchFamily="34" charset="0"/>
              </a:rPr>
              <a:t>who </a:t>
            </a:r>
            <a:r>
              <a:rPr lang="en-US" sz="3600" dirty="0">
                <a:solidFill>
                  <a:srgbClr val="00B050"/>
                </a:solidFill>
                <a:latin typeface="Google Sans Flex SemiBold" panose="020B0503030502040204" pitchFamily="34" charset="0"/>
                <a:ea typeface="Google Sans Flex SemiBold" panose="020B0503030502040204" pitchFamily="34" charset="0"/>
                <a:cs typeface="Google Sans Flex SemiBold" panose="020B0503030502040204" pitchFamily="34" charset="0"/>
              </a:rPr>
              <a:t>start at 3 AM</a:t>
            </a:r>
            <a:r>
              <a:rPr lang="en-GB" sz="3600" dirty="0">
                <a:solidFill>
                  <a:srgbClr val="00B050"/>
                </a:solidFill>
                <a:latin typeface="Google Sans Flex SemiBold" panose="020B0503030502040204" pitchFamily="34" charset="0"/>
                <a:ea typeface="Google Sans Flex SemiBold" panose="020B0503030502040204" pitchFamily="34" charset="0"/>
                <a:cs typeface="Google Sans Flex SemiBold" panose="020B0503030502040204" pitchFamily="34" charset="0"/>
              </a:rPr>
              <a:t>  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196215C-273B-E7FA-ADB1-D92179E1BFDE}"/>
              </a:ext>
            </a:extLst>
          </p:cNvPr>
          <p:cNvSpPr/>
          <p:nvPr/>
        </p:nvSpPr>
        <p:spPr>
          <a:xfrm>
            <a:off x="1419997" y="2796098"/>
            <a:ext cx="669360" cy="669360"/>
          </a:xfrm>
          <a:prstGeom prst="roundRect">
            <a:avLst/>
          </a:prstGeom>
          <a:solidFill>
            <a:srgbClr val="00DE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BE8209E-2751-AB5D-AC80-7455D186ED17}"/>
              </a:ext>
            </a:extLst>
          </p:cNvPr>
          <p:cNvSpPr/>
          <p:nvPr/>
        </p:nvSpPr>
        <p:spPr>
          <a:xfrm>
            <a:off x="1419997" y="3775774"/>
            <a:ext cx="669360" cy="669360"/>
          </a:xfrm>
          <a:prstGeom prst="roundRect">
            <a:avLst/>
          </a:prstGeom>
          <a:solidFill>
            <a:srgbClr val="006A6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2A73739F-AD09-2BFC-6DB6-7A12299FF3AE}"/>
              </a:ext>
            </a:extLst>
          </p:cNvPr>
          <p:cNvSpPr/>
          <p:nvPr/>
        </p:nvSpPr>
        <p:spPr>
          <a:xfrm>
            <a:off x="1419997" y="4760512"/>
            <a:ext cx="669360" cy="669360"/>
          </a:xfrm>
          <a:prstGeom prst="roundRect">
            <a:avLst/>
          </a:prstGeom>
          <a:solidFill>
            <a:srgbClr val="001B0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4BEE2373-F3EC-04C9-BC36-B7D6A9F611F6}"/>
              </a:ext>
            </a:extLst>
          </p:cNvPr>
          <p:cNvSpPr txBox="1">
            <a:spLocks/>
          </p:cNvSpPr>
          <p:nvPr/>
        </p:nvSpPr>
        <p:spPr>
          <a:xfrm>
            <a:off x="2183095" y="2844462"/>
            <a:ext cx="1978021" cy="5358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1800" dirty="0">
                <a:latin typeface="Google Sans Flex SemiBold" panose="020B0503030502040204" pitchFamily="34" charset="0"/>
                <a:ea typeface="Google Sans Flex SemiBold" panose="020B0503030502040204" pitchFamily="34" charset="0"/>
                <a:cs typeface="Google Sans Flex SemiBold" panose="020B0503030502040204" pitchFamily="34" charset="0"/>
              </a:rPr>
              <a:t>Go Green</a:t>
            </a:r>
            <a:endParaRPr lang="en-GB" sz="1800" dirty="0">
              <a:solidFill>
                <a:srgbClr val="00B050"/>
              </a:solidFill>
              <a:latin typeface="Google Sans Flex SemiBold" panose="020B0503030502040204" pitchFamily="34" charset="0"/>
              <a:ea typeface="Google Sans Flex SemiBold" panose="020B0503030502040204" pitchFamily="34" charset="0"/>
              <a:cs typeface="Google Sans Flex SemiBold" panose="020B0503030502040204" pitchFamily="34" charset="0"/>
            </a:endParaRPr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089B0002-C466-57BD-D669-D8F62A7E4BCD}"/>
              </a:ext>
            </a:extLst>
          </p:cNvPr>
          <p:cNvSpPr txBox="1">
            <a:spLocks/>
          </p:cNvSpPr>
          <p:nvPr/>
        </p:nvSpPr>
        <p:spPr>
          <a:xfrm>
            <a:off x="2183100" y="3147934"/>
            <a:ext cx="4364783" cy="5358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1400" dirty="0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The next step to take · From our logo</a:t>
            </a:r>
            <a:endParaRPr lang="en-GB" sz="1400" dirty="0">
              <a:solidFill>
                <a:srgbClr val="00B050"/>
              </a:solidFill>
              <a:latin typeface="Google Sans Flex" panose="020B0503030502040204" pitchFamily="34" charset="0"/>
              <a:ea typeface="Google Sans Flex" panose="020B0503030502040204" pitchFamily="34" charset="0"/>
              <a:cs typeface="Google Sans Flex" panose="020B0503030502040204" pitchFamily="34" charset="0"/>
            </a:endParaRPr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ADF7BE6C-3C50-5C8C-7F3C-4D0EF18B20A0}"/>
              </a:ext>
            </a:extLst>
          </p:cNvPr>
          <p:cNvSpPr txBox="1">
            <a:spLocks/>
          </p:cNvSpPr>
          <p:nvPr/>
        </p:nvSpPr>
        <p:spPr>
          <a:xfrm>
            <a:off x="2183095" y="3842477"/>
            <a:ext cx="1978021" cy="5358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1800" dirty="0">
                <a:latin typeface="Google Sans Flex SemiBold" panose="020B0503030502040204" pitchFamily="34" charset="0"/>
                <a:ea typeface="Google Sans Flex SemiBold" panose="020B0503030502040204" pitchFamily="34" charset="0"/>
                <a:cs typeface="Google Sans Flex SemiBold" panose="020B0503030502040204" pitchFamily="34" charset="0"/>
              </a:rPr>
              <a:t>Teal</a:t>
            </a:r>
            <a:endParaRPr lang="en-GB" sz="1800" dirty="0">
              <a:solidFill>
                <a:srgbClr val="00B050"/>
              </a:solidFill>
              <a:latin typeface="Google Sans Flex SemiBold" panose="020B0503030502040204" pitchFamily="34" charset="0"/>
              <a:ea typeface="Google Sans Flex SemiBold" panose="020B0503030502040204" pitchFamily="34" charset="0"/>
              <a:cs typeface="Google Sans Flex SemiBold" panose="020B0503030502040204" pitchFamily="34" charset="0"/>
            </a:endParaRPr>
          </a:p>
        </p:txBody>
      </p:sp>
      <p:sp>
        <p:nvSpPr>
          <p:cNvPr id="35" name="Title 1">
            <a:extLst>
              <a:ext uri="{FF2B5EF4-FFF2-40B4-BE49-F238E27FC236}">
                <a16:creationId xmlns:a16="http://schemas.microsoft.com/office/drawing/2014/main" id="{123FE5FF-662D-7729-F452-E55DC3B002AD}"/>
              </a:ext>
            </a:extLst>
          </p:cNvPr>
          <p:cNvSpPr txBox="1">
            <a:spLocks/>
          </p:cNvSpPr>
          <p:nvPr/>
        </p:nvSpPr>
        <p:spPr>
          <a:xfrm>
            <a:off x="2183100" y="4145949"/>
            <a:ext cx="4364783" cy="5358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1400" dirty="0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Decisions and links · Calm &amp; trusted</a:t>
            </a:r>
            <a:endParaRPr lang="en-GB" sz="1400" dirty="0">
              <a:solidFill>
                <a:srgbClr val="00B050"/>
              </a:solidFill>
              <a:latin typeface="Google Sans Flex" panose="020B0503030502040204" pitchFamily="34" charset="0"/>
              <a:ea typeface="Google Sans Flex" panose="020B0503030502040204" pitchFamily="34" charset="0"/>
              <a:cs typeface="Google Sans Flex" panose="020B0503030502040204" pitchFamily="34" charset="0"/>
            </a:endParaRPr>
          </a:p>
        </p:txBody>
      </p:sp>
      <p:sp>
        <p:nvSpPr>
          <p:cNvPr id="36" name="Title 1">
            <a:extLst>
              <a:ext uri="{FF2B5EF4-FFF2-40B4-BE49-F238E27FC236}">
                <a16:creationId xmlns:a16="http://schemas.microsoft.com/office/drawing/2014/main" id="{480D439C-8E85-7742-91F8-D7819465B1AE}"/>
              </a:ext>
            </a:extLst>
          </p:cNvPr>
          <p:cNvSpPr txBox="1">
            <a:spLocks/>
          </p:cNvSpPr>
          <p:nvPr/>
        </p:nvSpPr>
        <p:spPr>
          <a:xfrm>
            <a:off x="2183095" y="4822588"/>
            <a:ext cx="1978021" cy="5358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1800" dirty="0">
                <a:latin typeface="Google Sans Flex SemiBold" panose="020B0503030502040204" pitchFamily="34" charset="0"/>
                <a:ea typeface="Google Sans Flex SemiBold" panose="020B0503030502040204" pitchFamily="34" charset="0"/>
                <a:cs typeface="Google Sans Flex SemiBold" panose="020B0503030502040204" pitchFamily="34" charset="0"/>
              </a:rPr>
              <a:t>Night</a:t>
            </a:r>
            <a:endParaRPr lang="en-GB" sz="1800" dirty="0">
              <a:solidFill>
                <a:srgbClr val="00B050"/>
              </a:solidFill>
              <a:latin typeface="Google Sans Flex SemiBold" panose="020B0503030502040204" pitchFamily="34" charset="0"/>
              <a:ea typeface="Google Sans Flex SemiBold" panose="020B0503030502040204" pitchFamily="34" charset="0"/>
              <a:cs typeface="Google Sans Flex SemiBold" panose="020B0503030502040204" pitchFamily="34" charset="0"/>
            </a:endParaRPr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CB456BB0-47EF-2607-D3D6-279A6335C1BE}"/>
              </a:ext>
            </a:extLst>
          </p:cNvPr>
          <p:cNvSpPr txBox="1">
            <a:spLocks/>
          </p:cNvSpPr>
          <p:nvPr/>
        </p:nvSpPr>
        <p:spPr>
          <a:xfrm>
            <a:off x="2183100" y="5126060"/>
            <a:ext cx="4919459" cy="5358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1400" dirty="0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Dark screens do for 3 AM · No glare in the cab</a:t>
            </a:r>
            <a:endParaRPr lang="en-GB" sz="1400" dirty="0">
              <a:solidFill>
                <a:srgbClr val="00B050"/>
              </a:solidFill>
              <a:latin typeface="Google Sans Flex" panose="020B0503030502040204" pitchFamily="34" charset="0"/>
              <a:ea typeface="Google Sans Flex" panose="020B0503030502040204" pitchFamily="34" charset="0"/>
              <a:cs typeface="Google Sans Flex" panose="020B0503030502040204" pitchFamily="34" charset="0"/>
            </a:endParaRPr>
          </a:p>
        </p:txBody>
      </p:sp>
      <p:sp>
        <p:nvSpPr>
          <p:cNvPr id="67" name="Pill 1 – Bar">
            <a:extLst>
              <a:ext uri="{FF2B5EF4-FFF2-40B4-BE49-F238E27FC236}">
                <a16:creationId xmlns:a16="http://schemas.microsoft.com/office/drawing/2014/main" id="{79CABF89-6F77-7C53-A0CB-FB8B41E47260}"/>
              </a:ext>
            </a:extLst>
          </p:cNvPr>
          <p:cNvSpPr/>
          <p:nvPr/>
        </p:nvSpPr>
        <p:spPr>
          <a:xfrm>
            <a:off x="8534825" y="2647686"/>
            <a:ext cx="2677473" cy="781314"/>
          </a:xfrm>
          <a:prstGeom prst="rect">
            <a:avLst/>
          </a:prstGeom>
          <a:solidFill>
            <a:srgbClr val="00DE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600" dirty="0"/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13B9CAC2-F8DE-EEF6-EB45-4803AAFD4C9F}"/>
              </a:ext>
            </a:extLst>
          </p:cNvPr>
          <p:cNvGrpSpPr/>
          <p:nvPr/>
        </p:nvGrpSpPr>
        <p:grpSpPr>
          <a:xfrm>
            <a:off x="8159138" y="2647686"/>
            <a:ext cx="3949331" cy="781314"/>
            <a:chOff x="9728300" y="2647686"/>
            <a:chExt cx="3949331" cy="781314"/>
          </a:xfrm>
        </p:grpSpPr>
        <p:sp>
          <p:nvSpPr>
            <p:cNvPr id="92" name="Pill 1 – Bar">
              <a:extLst>
                <a:ext uri="{FF2B5EF4-FFF2-40B4-BE49-F238E27FC236}">
                  <a16:creationId xmlns:a16="http://schemas.microsoft.com/office/drawing/2014/main" id="{8FCDF233-720C-F8E0-8F3C-BABA7F08920B}"/>
                </a:ext>
              </a:extLst>
            </p:cNvPr>
            <p:cNvSpPr/>
            <p:nvPr/>
          </p:nvSpPr>
          <p:spPr>
            <a:xfrm>
              <a:off x="10103987" y="2647686"/>
              <a:ext cx="3573644" cy="781314"/>
            </a:xfrm>
            <a:prstGeom prst="rect">
              <a:avLst/>
            </a:prstGeom>
            <a:solidFill>
              <a:srgbClr val="001B0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600" dirty="0"/>
            </a:p>
          </p:txBody>
        </p:sp>
        <p:sp>
          <p:nvSpPr>
            <p:cNvPr id="68" name="Pill 1 – End cap">
              <a:extLst>
                <a:ext uri="{FF2B5EF4-FFF2-40B4-BE49-F238E27FC236}">
                  <a16:creationId xmlns:a16="http://schemas.microsoft.com/office/drawing/2014/main" id="{053BD9CD-741B-2DB9-99C9-5B89D079516B}"/>
                </a:ext>
              </a:extLst>
            </p:cNvPr>
            <p:cNvSpPr/>
            <p:nvPr/>
          </p:nvSpPr>
          <p:spPr>
            <a:xfrm>
              <a:off x="9728300" y="2647686"/>
              <a:ext cx="781314" cy="781314"/>
            </a:xfrm>
            <a:prstGeom prst="roundRect">
              <a:avLst>
                <a:gd name="adj" fmla="val 50000"/>
              </a:avLst>
            </a:prstGeom>
            <a:solidFill>
              <a:srgbClr val="00DE7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600" dirty="0"/>
            </a:p>
          </p:txBody>
        </p:sp>
      </p:grpSp>
      <p:sp>
        <p:nvSpPr>
          <p:cNvPr id="70" name="Pill 1 – Text">
            <a:extLst>
              <a:ext uri="{FF2B5EF4-FFF2-40B4-BE49-F238E27FC236}">
                <a16:creationId xmlns:a16="http://schemas.microsoft.com/office/drawing/2014/main" id="{1CC0FA3B-2C9D-C497-FECE-8257B20EDF06}"/>
              </a:ext>
            </a:extLst>
          </p:cNvPr>
          <p:cNvSpPr txBox="1">
            <a:spLocks/>
          </p:cNvSpPr>
          <p:nvPr/>
        </p:nvSpPr>
        <p:spPr>
          <a:xfrm>
            <a:off x="8900624" y="2871839"/>
            <a:ext cx="2702331" cy="38420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800" dirty="0">
                <a:solidFill>
                  <a:schemeClr val="bg1"/>
                </a:solidFill>
                <a:latin typeface="Google Sans Flex SemiBold" panose="020B0503030502040204" pitchFamily="34" charset="0"/>
                <a:ea typeface="Google Sans Flex SemiBold" panose="020B0503030502040204" pitchFamily="34" charset="0"/>
                <a:cs typeface="Google Sans Flex SemiBold" panose="020B0503030502040204" pitchFamily="34" charset="0"/>
              </a:rPr>
              <a:t>One action </a:t>
            </a:r>
            <a:r>
              <a:rPr lang="en-GB" sz="1800" dirty="0">
                <a:solidFill>
                  <a:schemeClr val="bg1"/>
                </a:solidFill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per screen</a:t>
            </a:r>
          </a:p>
        </p:txBody>
      </p:sp>
      <p:sp>
        <p:nvSpPr>
          <p:cNvPr id="71" name="Pill 2 – Bar">
            <a:extLst>
              <a:ext uri="{FF2B5EF4-FFF2-40B4-BE49-F238E27FC236}">
                <a16:creationId xmlns:a16="http://schemas.microsoft.com/office/drawing/2014/main" id="{B1BBD816-8B21-D8DD-3703-3C59816CD83A}"/>
              </a:ext>
            </a:extLst>
          </p:cNvPr>
          <p:cNvSpPr/>
          <p:nvPr/>
        </p:nvSpPr>
        <p:spPr>
          <a:xfrm>
            <a:off x="8534825" y="3645702"/>
            <a:ext cx="2677473" cy="781314"/>
          </a:xfrm>
          <a:prstGeom prst="rect">
            <a:avLst/>
          </a:prstGeom>
          <a:solidFill>
            <a:srgbClr val="00DE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600" dirty="0"/>
          </a:p>
        </p:txBody>
      </p: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B7F37A8C-CFEA-21C8-855F-14957C7DC2B9}"/>
              </a:ext>
            </a:extLst>
          </p:cNvPr>
          <p:cNvGrpSpPr/>
          <p:nvPr/>
        </p:nvGrpSpPr>
        <p:grpSpPr>
          <a:xfrm>
            <a:off x="8159138" y="3641875"/>
            <a:ext cx="3949331" cy="817567"/>
            <a:chOff x="9728300" y="2635191"/>
            <a:chExt cx="3949331" cy="817567"/>
          </a:xfrm>
        </p:grpSpPr>
        <p:sp>
          <p:nvSpPr>
            <p:cNvPr id="114" name="Pill 1 – Bar">
              <a:extLst>
                <a:ext uri="{FF2B5EF4-FFF2-40B4-BE49-F238E27FC236}">
                  <a16:creationId xmlns:a16="http://schemas.microsoft.com/office/drawing/2014/main" id="{B3CB0691-BE90-AFE1-898B-AAE7668CDC97}"/>
                </a:ext>
              </a:extLst>
            </p:cNvPr>
            <p:cNvSpPr/>
            <p:nvPr/>
          </p:nvSpPr>
          <p:spPr>
            <a:xfrm>
              <a:off x="10103987" y="2635191"/>
              <a:ext cx="3573644" cy="817567"/>
            </a:xfrm>
            <a:prstGeom prst="rect">
              <a:avLst/>
            </a:prstGeom>
            <a:solidFill>
              <a:srgbClr val="001B0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600" dirty="0"/>
            </a:p>
          </p:txBody>
        </p:sp>
        <p:sp>
          <p:nvSpPr>
            <p:cNvPr id="115" name="Pill 1 – End cap">
              <a:extLst>
                <a:ext uri="{FF2B5EF4-FFF2-40B4-BE49-F238E27FC236}">
                  <a16:creationId xmlns:a16="http://schemas.microsoft.com/office/drawing/2014/main" id="{96C3D0AE-944E-A884-6344-A0EF14F69080}"/>
                </a:ext>
              </a:extLst>
            </p:cNvPr>
            <p:cNvSpPr/>
            <p:nvPr/>
          </p:nvSpPr>
          <p:spPr>
            <a:xfrm>
              <a:off x="9728300" y="2647686"/>
              <a:ext cx="781314" cy="781314"/>
            </a:xfrm>
            <a:prstGeom prst="roundRect">
              <a:avLst>
                <a:gd name="adj" fmla="val 50000"/>
              </a:avLst>
            </a:prstGeom>
            <a:solidFill>
              <a:srgbClr val="00DE7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600" dirty="0"/>
            </a:p>
          </p:txBody>
        </p:sp>
      </p:grpSp>
      <p:sp>
        <p:nvSpPr>
          <p:cNvPr id="74" name="Pill 2 – Text">
            <a:extLst>
              <a:ext uri="{FF2B5EF4-FFF2-40B4-BE49-F238E27FC236}">
                <a16:creationId xmlns:a16="http://schemas.microsoft.com/office/drawing/2014/main" id="{334186DF-51B4-EF61-9B53-4B56F5ED0BF7}"/>
              </a:ext>
            </a:extLst>
          </p:cNvPr>
          <p:cNvSpPr txBox="1">
            <a:spLocks/>
          </p:cNvSpPr>
          <p:nvPr/>
        </p:nvSpPr>
        <p:spPr>
          <a:xfrm>
            <a:off x="8900624" y="3869855"/>
            <a:ext cx="2702331" cy="38420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800" dirty="0">
                <a:solidFill>
                  <a:schemeClr val="bg1"/>
                </a:solidFill>
                <a:latin typeface="Google Sans Flex SemiBold" panose="020B0503030502040204" pitchFamily="34" charset="0"/>
                <a:ea typeface="Google Sans Flex SemiBold" panose="020B0503030502040204" pitchFamily="34" charset="0"/>
                <a:cs typeface="Google Sans Flex SemiBold" panose="020B0503030502040204" pitchFamily="34" charset="0"/>
              </a:rPr>
              <a:t>Slide </a:t>
            </a:r>
            <a:r>
              <a:rPr lang="en-GB" sz="1800" dirty="0">
                <a:solidFill>
                  <a:schemeClr val="bg1"/>
                </a:solidFill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to confirm</a:t>
            </a:r>
          </a:p>
        </p:txBody>
      </p:sp>
      <p:sp>
        <p:nvSpPr>
          <p:cNvPr id="75" name="Pill 3 – Bar">
            <a:extLst>
              <a:ext uri="{FF2B5EF4-FFF2-40B4-BE49-F238E27FC236}">
                <a16:creationId xmlns:a16="http://schemas.microsoft.com/office/drawing/2014/main" id="{5CD217B4-CCA8-83D1-C148-815D0CFE8F8B}"/>
              </a:ext>
            </a:extLst>
          </p:cNvPr>
          <p:cNvSpPr/>
          <p:nvPr/>
        </p:nvSpPr>
        <p:spPr>
          <a:xfrm>
            <a:off x="8534825" y="4640478"/>
            <a:ext cx="2677473" cy="781314"/>
          </a:xfrm>
          <a:prstGeom prst="rect">
            <a:avLst/>
          </a:prstGeom>
          <a:solidFill>
            <a:srgbClr val="00DE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600" dirty="0"/>
          </a:p>
        </p:txBody>
      </p: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50796505-2077-261A-6E8D-FC1D9F638E77}"/>
              </a:ext>
            </a:extLst>
          </p:cNvPr>
          <p:cNvGrpSpPr/>
          <p:nvPr/>
        </p:nvGrpSpPr>
        <p:grpSpPr>
          <a:xfrm>
            <a:off x="8159138" y="4612305"/>
            <a:ext cx="3949331" cy="817567"/>
            <a:chOff x="9728300" y="2615894"/>
            <a:chExt cx="3949331" cy="817567"/>
          </a:xfrm>
        </p:grpSpPr>
        <p:sp>
          <p:nvSpPr>
            <p:cNvPr id="117" name="Pill 1 – Bar">
              <a:extLst>
                <a:ext uri="{FF2B5EF4-FFF2-40B4-BE49-F238E27FC236}">
                  <a16:creationId xmlns:a16="http://schemas.microsoft.com/office/drawing/2014/main" id="{D5EDE78C-26D2-374A-F638-DEFF8E1C78E5}"/>
                </a:ext>
              </a:extLst>
            </p:cNvPr>
            <p:cNvSpPr/>
            <p:nvPr/>
          </p:nvSpPr>
          <p:spPr>
            <a:xfrm>
              <a:off x="10103987" y="2615894"/>
              <a:ext cx="3573644" cy="817567"/>
            </a:xfrm>
            <a:prstGeom prst="rect">
              <a:avLst/>
            </a:prstGeom>
            <a:solidFill>
              <a:srgbClr val="001B0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600" dirty="0"/>
            </a:p>
          </p:txBody>
        </p:sp>
        <p:sp>
          <p:nvSpPr>
            <p:cNvPr id="118" name="Pill 1 – End cap">
              <a:extLst>
                <a:ext uri="{FF2B5EF4-FFF2-40B4-BE49-F238E27FC236}">
                  <a16:creationId xmlns:a16="http://schemas.microsoft.com/office/drawing/2014/main" id="{007CA142-FA30-9BDD-3D5A-4B954B563629}"/>
                </a:ext>
              </a:extLst>
            </p:cNvPr>
            <p:cNvSpPr/>
            <p:nvPr/>
          </p:nvSpPr>
          <p:spPr>
            <a:xfrm>
              <a:off x="9728300" y="2647686"/>
              <a:ext cx="781314" cy="781314"/>
            </a:xfrm>
            <a:prstGeom prst="roundRect">
              <a:avLst>
                <a:gd name="adj" fmla="val 50000"/>
              </a:avLst>
            </a:prstGeom>
            <a:solidFill>
              <a:srgbClr val="00DE7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600" dirty="0"/>
            </a:p>
          </p:txBody>
        </p:sp>
      </p:grpSp>
      <p:sp>
        <p:nvSpPr>
          <p:cNvPr id="78" name="Pill 3 – Text">
            <a:extLst>
              <a:ext uri="{FF2B5EF4-FFF2-40B4-BE49-F238E27FC236}">
                <a16:creationId xmlns:a16="http://schemas.microsoft.com/office/drawing/2014/main" id="{462A5085-691A-397F-22F2-30576618A5D1}"/>
              </a:ext>
            </a:extLst>
          </p:cNvPr>
          <p:cNvSpPr txBox="1">
            <a:spLocks/>
          </p:cNvSpPr>
          <p:nvPr/>
        </p:nvSpPr>
        <p:spPr>
          <a:xfrm>
            <a:off x="8900624" y="4864631"/>
            <a:ext cx="2575793" cy="38420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defPPr>
              <a:defRPr lang="en-US"/>
            </a:defPPr>
            <a:lvl1pPr marL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800" dirty="0">
                <a:solidFill>
                  <a:schemeClr val="bg1"/>
                </a:solidFill>
                <a:latin typeface="Google Sans Flex SemiBold" panose="020B0503030502040204" pitchFamily="34" charset="0"/>
                <a:ea typeface="Google Sans Flex SemiBold" panose="020B0503030502040204" pitchFamily="34" charset="0"/>
                <a:cs typeface="Google Sans Flex SemiBold" panose="020B0503030502040204" pitchFamily="34" charset="0"/>
              </a:rPr>
              <a:t>Sinhala · Tamil · English</a:t>
            </a:r>
            <a:endParaRPr lang="en-GB" sz="1800" dirty="0">
              <a:solidFill>
                <a:schemeClr val="bg1"/>
              </a:solidFill>
              <a:latin typeface="Google Sans Flex" panose="020B0503030502040204" pitchFamily="34" charset="0"/>
              <a:ea typeface="Google Sans Flex" panose="020B0503030502040204" pitchFamily="34" charset="0"/>
              <a:cs typeface="Google Sans Flex" panose="020B0503030502040204" pitchFamily="34" charset="0"/>
            </a:endParaRPr>
          </a:p>
        </p:txBody>
      </p:sp>
      <p:grpSp>
        <p:nvGrpSpPr>
          <p:cNvPr id="97" name="Pill 1 – Badge">
            <a:extLst>
              <a:ext uri="{FF2B5EF4-FFF2-40B4-BE49-F238E27FC236}">
                <a16:creationId xmlns:a16="http://schemas.microsoft.com/office/drawing/2014/main" id="{2596FDAB-3866-A67A-DBB2-3EC7BBCA5752}"/>
              </a:ext>
            </a:extLst>
          </p:cNvPr>
          <p:cNvGrpSpPr/>
          <p:nvPr/>
        </p:nvGrpSpPr>
        <p:grpSpPr>
          <a:xfrm>
            <a:off x="8144168" y="2647686"/>
            <a:ext cx="781314" cy="781314"/>
            <a:chOff x="7902821" y="2588566"/>
            <a:chExt cx="781314" cy="781314"/>
          </a:xfrm>
        </p:grpSpPr>
        <p:sp>
          <p:nvSpPr>
            <p:cNvPr id="98" name="Pill 1 – Green circle">
              <a:extLst>
                <a:ext uri="{FF2B5EF4-FFF2-40B4-BE49-F238E27FC236}">
                  <a16:creationId xmlns:a16="http://schemas.microsoft.com/office/drawing/2014/main" id="{2142D066-38C5-534B-9DB0-9EAC740E571C}"/>
                </a:ext>
              </a:extLst>
            </p:cNvPr>
            <p:cNvSpPr/>
            <p:nvPr/>
          </p:nvSpPr>
          <p:spPr>
            <a:xfrm>
              <a:off x="7902821" y="2588566"/>
              <a:ext cx="781314" cy="781314"/>
            </a:xfrm>
            <a:prstGeom prst="roundRect">
              <a:avLst>
                <a:gd name="adj" fmla="val 50000"/>
              </a:avLst>
            </a:prstGeom>
            <a:solidFill>
              <a:srgbClr val="00DE7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600" dirty="0"/>
            </a:p>
          </p:txBody>
        </p:sp>
        <p:sp>
          <p:nvSpPr>
            <p:cNvPr id="99" name="Pill 1 – Dark box">
              <a:extLst>
                <a:ext uri="{FF2B5EF4-FFF2-40B4-BE49-F238E27FC236}">
                  <a16:creationId xmlns:a16="http://schemas.microsoft.com/office/drawing/2014/main" id="{3ECB4016-A796-21E9-1B7A-37E0606DCFFE}"/>
                </a:ext>
              </a:extLst>
            </p:cNvPr>
            <p:cNvSpPr/>
            <p:nvPr/>
          </p:nvSpPr>
          <p:spPr>
            <a:xfrm>
              <a:off x="8003647" y="2673353"/>
              <a:ext cx="601820" cy="601820"/>
            </a:xfrm>
            <a:prstGeom prst="roundRect">
              <a:avLst>
                <a:gd name="adj" fmla="val 50000"/>
              </a:avLst>
            </a:prstGeom>
            <a:solidFill>
              <a:srgbClr val="001B0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pic>
          <p:nvPicPr>
            <p:cNvPr id="100" name="Pill 1 – Icon">
              <a:extLst>
                <a:ext uri="{FF2B5EF4-FFF2-40B4-BE49-F238E27FC236}">
                  <a16:creationId xmlns:a16="http://schemas.microsoft.com/office/drawing/2014/main" id="{9039B61A-EB2D-8513-D326-189ACC6A848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clrChange>
                <a:clrFrom>
                  <a:srgbClr val="133152"/>
                </a:clrFrom>
                <a:clrTo>
                  <a:srgbClr val="133152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091793" y="2736502"/>
              <a:ext cx="390191" cy="432843"/>
            </a:xfrm>
            <a:prstGeom prst="rect">
              <a:avLst/>
            </a:prstGeom>
          </p:spPr>
        </p:pic>
      </p:grpSp>
      <p:grpSp>
        <p:nvGrpSpPr>
          <p:cNvPr id="102" name="Pill 2 – Badge">
            <a:extLst>
              <a:ext uri="{FF2B5EF4-FFF2-40B4-BE49-F238E27FC236}">
                <a16:creationId xmlns:a16="http://schemas.microsoft.com/office/drawing/2014/main" id="{AFFDF886-646A-13CD-205F-0E8CE678C113}"/>
              </a:ext>
            </a:extLst>
          </p:cNvPr>
          <p:cNvGrpSpPr/>
          <p:nvPr/>
        </p:nvGrpSpPr>
        <p:grpSpPr>
          <a:xfrm>
            <a:off x="8144168" y="3645702"/>
            <a:ext cx="781314" cy="781314"/>
            <a:chOff x="7902821" y="3586582"/>
            <a:chExt cx="781314" cy="781314"/>
          </a:xfrm>
        </p:grpSpPr>
        <p:sp>
          <p:nvSpPr>
            <p:cNvPr id="103" name="Pill 2 – Green circle">
              <a:extLst>
                <a:ext uri="{FF2B5EF4-FFF2-40B4-BE49-F238E27FC236}">
                  <a16:creationId xmlns:a16="http://schemas.microsoft.com/office/drawing/2014/main" id="{A69E3199-675E-2034-12C4-7E711DB6B7C2}"/>
                </a:ext>
              </a:extLst>
            </p:cNvPr>
            <p:cNvSpPr/>
            <p:nvPr/>
          </p:nvSpPr>
          <p:spPr>
            <a:xfrm>
              <a:off x="7902821" y="3586582"/>
              <a:ext cx="781314" cy="781314"/>
            </a:xfrm>
            <a:prstGeom prst="roundRect">
              <a:avLst>
                <a:gd name="adj" fmla="val 50000"/>
              </a:avLst>
            </a:prstGeom>
            <a:solidFill>
              <a:srgbClr val="00DE7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600" dirty="0"/>
            </a:p>
          </p:txBody>
        </p:sp>
        <p:sp>
          <p:nvSpPr>
            <p:cNvPr id="104" name="Pill 2 – Dark box">
              <a:extLst>
                <a:ext uri="{FF2B5EF4-FFF2-40B4-BE49-F238E27FC236}">
                  <a16:creationId xmlns:a16="http://schemas.microsoft.com/office/drawing/2014/main" id="{15F4A48E-34F3-B9BD-9870-A88E330C56AC}"/>
                </a:ext>
              </a:extLst>
            </p:cNvPr>
            <p:cNvSpPr/>
            <p:nvPr/>
          </p:nvSpPr>
          <p:spPr>
            <a:xfrm>
              <a:off x="8003647" y="3671369"/>
              <a:ext cx="601820" cy="601820"/>
            </a:xfrm>
            <a:prstGeom prst="roundRect">
              <a:avLst>
                <a:gd name="adj" fmla="val 50000"/>
              </a:avLst>
            </a:prstGeom>
            <a:solidFill>
              <a:srgbClr val="001B0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grpSp>
          <p:nvGrpSpPr>
            <p:cNvPr id="105" name="Pill 2 – Icon">
              <a:extLst>
                <a:ext uri="{FF2B5EF4-FFF2-40B4-BE49-F238E27FC236}">
                  <a16:creationId xmlns:a16="http://schemas.microsoft.com/office/drawing/2014/main" id="{9C8A9281-30B0-875B-6EE5-138D7D993EA8}"/>
                </a:ext>
              </a:extLst>
            </p:cNvPr>
            <p:cNvGrpSpPr/>
            <p:nvPr/>
          </p:nvGrpSpPr>
          <p:grpSpPr>
            <a:xfrm>
              <a:off x="8114826" y="3782552"/>
              <a:ext cx="408304" cy="361259"/>
              <a:chOff x="5502244" y="2552655"/>
              <a:chExt cx="1980935" cy="1752690"/>
            </a:xfrm>
          </p:grpSpPr>
          <p:pic>
            <p:nvPicPr>
              <p:cNvPr id="106" name="Picture 105">
                <a:extLst>
                  <a:ext uri="{FF2B5EF4-FFF2-40B4-BE49-F238E27FC236}">
                    <a16:creationId xmlns:a16="http://schemas.microsoft.com/office/drawing/2014/main" id="{6EE39347-CA68-5B3D-C2C4-56D77FEF14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clrChange>
                  <a:clrFrom>
                    <a:srgbClr val="133152"/>
                  </a:clrFrom>
                  <a:clrTo>
                    <a:srgbClr val="133152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5502244" y="2552655"/>
                <a:ext cx="1187511" cy="1752690"/>
              </a:xfrm>
              <a:prstGeom prst="rect">
                <a:avLst/>
              </a:prstGeom>
            </p:spPr>
          </p:pic>
          <p:pic>
            <p:nvPicPr>
              <p:cNvPr id="107" name="Picture 106">
                <a:extLst>
                  <a:ext uri="{FF2B5EF4-FFF2-40B4-BE49-F238E27FC236}">
                    <a16:creationId xmlns:a16="http://schemas.microsoft.com/office/drawing/2014/main" id="{04085206-3692-90AD-7017-728FE48340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clrChange>
                  <a:clrFrom>
                    <a:srgbClr val="133152"/>
                  </a:clrFrom>
                  <a:clrTo>
                    <a:srgbClr val="133152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5889710" y="2552655"/>
                <a:ext cx="1187511" cy="1752690"/>
              </a:xfrm>
              <a:prstGeom prst="rect">
                <a:avLst/>
              </a:prstGeom>
            </p:spPr>
          </p:pic>
          <p:pic>
            <p:nvPicPr>
              <p:cNvPr id="108" name="Picture 107">
                <a:extLst>
                  <a:ext uri="{FF2B5EF4-FFF2-40B4-BE49-F238E27FC236}">
                    <a16:creationId xmlns:a16="http://schemas.microsoft.com/office/drawing/2014/main" id="{F2373C80-2F18-DE99-F5D5-1461868B2B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clrChange>
                  <a:clrFrom>
                    <a:srgbClr val="133152"/>
                  </a:clrFrom>
                  <a:clrTo>
                    <a:srgbClr val="133152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6295668" y="2552655"/>
                <a:ext cx="1187511" cy="1752690"/>
              </a:xfrm>
              <a:prstGeom prst="rect">
                <a:avLst/>
              </a:prstGeom>
            </p:spPr>
          </p:pic>
        </p:grpSp>
      </p:grpSp>
      <p:grpSp>
        <p:nvGrpSpPr>
          <p:cNvPr id="109" name="Pill 3 – Badge">
            <a:extLst>
              <a:ext uri="{FF2B5EF4-FFF2-40B4-BE49-F238E27FC236}">
                <a16:creationId xmlns:a16="http://schemas.microsoft.com/office/drawing/2014/main" id="{F67C4D3A-B89B-3238-6941-9583AB193F9B}"/>
              </a:ext>
            </a:extLst>
          </p:cNvPr>
          <p:cNvGrpSpPr/>
          <p:nvPr/>
        </p:nvGrpSpPr>
        <p:grpSpPr>
          <a:xfrm>
            <a:off x="8144168" y="4640478"/>
            <a:ext cx="781314" cy="781314"/>
            <a:chOff x="7902821" y="4581358"/>
            <a:chExt cx="781314" cy="781314"/>
          </a:xfrm>
        </p:grpSpPr>
        <p:sp>
          <p:nvSpPr>
            <p:cNvPr id="110" name="Pill 3 – Green circle">
              <a:extLst>
                <a:ext uri="{FF2B5EF4-FFF2-40B4-BE49-F238E27FC236}">
                  <a16:creationId xmlns:a16="http://schemas.microsoft.com/office/drawing/2014/main" id="{7AE5DFD8-2D57-1611-8EC4-0AC371CADD75}"/>
                </a:ext>
              </a:extLst>
            </p:cNvPr>
            <p:cNvSpPr/>
            <p:nvPr/>
          </p:nvSpPr>
          <p:spPr>
            <a:xfrm>
              <a:off x="7902821" y="4581358"/>
              <a:ext cx="781314" cy="781314"/>
            </a:xfrm>
            <a:prstGeom prst="roundRect">
              <a:avLst>
                <a:gd name="adj" fmla="val 50000"/>
              </a:avLst>
            </a:prstGeom>
            <a:solidFill>
              <a:srgbClr val="00DE7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600" dirty="0"/>
            </a:p>
          </p:txBody>
        </p:sp>
        <p:sp>
          <p:nvSpPr>
            <p:cNvPr id="111" name="Pill 3 – Dark box">
              <a:extLst>
                <a:ext uri="{FF2B5EF4-FFF2-40B4-BE49-F238E27FC236}">
                  <a16:creationId xmlns:a16="http://schemas.microsoft.com/office/drawing/2014/main" id="{A70BD7FA-9893-C72E-FC88-2499666262F7}"/>
                </a:ext>
              </a:extLst>
            </p:cNvPr>
            <p:cNvSpPr/>
            <p:nvPr/>
          </p:nvSpPr>
          <p:spPr>
            <a:xfrm>
              <a:off x="8003647" y="4666145"/>
              <a:ext cx="601820" cy="601820"/>
            </a:xfrm>
            <a:prstGeom prst="roundRect">
              <a:avLst>
                <a:gd name="adj" fmla="val 50000"/>
              </a:avLst>
            </a:prstGeom>
            <a:solidFill>
              <a:srgbClr val="001B0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pic>
          <p:nvPicPr>
            <p:cNvPr id="112" name="Pill 3 – Icon">
              <a:extLst>
                <a:ext uri="{FF2B5EF4-FFF2-40B4-BE49-F238E27FC236}">
                  <a16:creationId xmlns:a16="http://schemas.microsoft.com/office/drawing/2014/main" id="{690C8DFC-8BFB-94EF-8E61-CD110CA245F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clrChange>
                <a:clrFrom>
                  <a:srgbClr val="133152"/>
                </a:clrFrom>
                <a:clrTo>
                  <a:srgbClr val="133152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085984" y="4803200"/>
              <a:ext cx="437146" cy="3604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235273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63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2.08333E-7 4.44444E-6 L 0.22083 4.44444E-6 " pathEditMode="relative" rAng="0" ptsTypes="AA">
                                      <p:cBhvr>
                                        <p:cTn id="16" dur="125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042" y="0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750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63" presetClass="path" presetSubtype="0" accel="50000" decel="50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2.08333E-7 -0.00139 L 0.22083 -0.00139 " pathEditMode="relative" rAng="0" ptsTypes="AA">
                                      <p:cBhvr>
                                        <p:cTn id="31" dur="125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042" y="0"/>
                                    </p:animMotion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750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63" presetClass="path" presetSubtype="0" accel="50000" decel="50000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animMotion origin="layout" path="M 2.08333E-7 -0.00138 L 0.22148 -0.00138 " pathEditMode="relative" rAng="0" ptsTypes="AA">
                                      <p:cBhvr>
                                        <p:cTn id="46" dur="125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068" y="0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750"/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animBg="1"/>
      <p:bldP spid="70" grpId="0" build="allAtOnce"/>
      <p:bldP spid="71" grpId="0" animBg="1"/>
      <p:bldP spid="74" grpId="0" build="allAtOnce"/>
      <p:bldP spid="75" grpId="0" animBg="1"/>
      <p:bldP spid="78" grpId="0" build="allAtOnce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9B28B-789A-3CE9-8967-CA93B4E9A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04FF7848-672D-0D00-E07C-F27DE768B3EC}"/>
              </a:ext>
            </a:extLst>
          </p:cNvPr>
          <p:cNvSpPr/>
          <p:nvPr/>
        </p:nvSpPr>
        <p:spPr>
          <a:xfrm>
            <a:off x="0" y="-9243391"/>
            <a:ext cx="609599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7F264A6-6DF2-995C-1948-80256390EB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381" t="108" r="36550" b="-108"/>
          <a:stretch>
            <a:fillRect/>
          </a:stretch>
        </p:blipFill>
        <p:spPr>
          <a:xfrm>
            <a:off x="3849107" y="-7592559"/>
            <a:ext cx="2236438" cy="520716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D8D6F20-0940-BF74-A683-700367CDC1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95" r="40609" b="33159"/>
          <a:stretch>
            <a:fillRect/>
          </a:stretch>
        </p:blipFill>
        <p:spPr>
          <a:xfrm>
            <a:off x="2933592" y="-6579971"/>
            <a:ext cx="921063" cy="419457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12D540D-0920-3F7C-F931-06A8679EF9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47" r="32674" b="21928"/>
          <a:stretch>
            <a:fillRect/>
          </a:stretch>
        </p:blipFill>
        <p:spPr>
          <a:xfrm>
            <a:off x="1069114" y="-6514046"/>
            <a:ext cx="932097" cy="412865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4902F18-EF3E-C47E-3472-A1CADB9C0CA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558" r="38108" b="5628"/>
          <a:stretch>
            <a:fillRect/>
          </a:stretch>
        </p:blipFill>
        <p:spPr>
          <a:xfrm>
            <a:off x="2001211" y="-6514046"/>
            <a:ext cx="934732" cy="4128655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916DDD3-3712-1B6B-8979-247F54644E62}"/>
              </a:ext>
            </a:extLst>
          </p:cNvPr>
          <p:cNvCxnSpPr>
            <a:cxnSpLocks/>
          </p:cNvCxnSpPr>
          <p:nvPr/>
        </p:nvCxnSpPr>
        <p:spPr>
          <a:xfrm>
            <a:off x="1069114" y="-7402617"/>
            <a:ext cx="0" cy="4244817"/>
          </a:xfrm>
          <a:prstGeom prst="line">
            <a:avLst/>
          </a:prstGeom>
          <a:ln w="9525">
            <a:gradFill>
              <a:gsLst>
                <a:gs pos="0">
                  <a:schemeClr val="bg1"/>
                </a:gs>
                <a:gs pos="55000">
                  <a:schemeClr val="tx1"/>
                </a:gs>
                <a:gs pos="83000">
                  <a:schemeClr val="tx1"/>
                </a:gs>
                <a:gs pos="100000">
                  <a:schemeClr val="bg1"/>
                </a:gs>
              </a:gsLst>
              <a:lin ang="6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9AB45AA-F230-8B23-8D53-693F7DD61AB4}"/>
              </a:ext>
            </a:extLst>
          </p:cNvPr>
          <p:cNvCxnSpPr>
            <a:cxnSpLocks/>
          </p:cNvCxnSpPr>
          <p:nvPr/>
        </p:nvCxnSpPr>
        <p:spPr>
          <a:xfrm>
            <a:off x="6096000" y="-7086264"/>
            <a:ext cx="0" cy="4244817"/>
          </a:xfrm>
          <a:prstGeom prst="line">
            <a:avLst/>
          </a:prstGeom>
          <a:ln w="9525">
            <a:gradFill>
              <a:gsLst>
                <a:gs pos="0">
                  <a:schemeClr val="bg1"/>
                </a:gs>
                <a:gs pos="55000">
                  <a:schemeClr val="tx1"/>
                </a:gs>
                <a:gs pos="83000">
                  <a:schemeClr val="tx1"/>
                </a:gs>
                <a:gs pos="100000">
                  <a:schemeClr val="bg1"/>
                </a:gs>
              </a:gsLst>
              <a:lin ang="6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83562C77-2A7B-5073-E56B-FD504657846A}"/>
              </a:ext>
            </a:extLst>
          </p:cNvPr>
          <p:cNvSpPr txBox="1">
            <a:spLocks/>
          </p:cNvSpPr>
          <p:nvPr/>
        </p:nvSpPr>
        <p:spPr>
          <a:xfrm>
            <a:off x="925704" y="-8622239"/>
            <a:ext cx="5698176" cy="13040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600" dirty="0">
                <a:solidFill>
                  <a:srgbClr val="00B050"/>
                </a:solidFill>
                <a:latin typeface="Google Sans Flex SemiBold" panose="020B0503030502040204" pitchFamily="34" charset="0"/>
                <a:ea typeface="Google Sans Flex SemiBold" panose="020B0503030502040204" pitchFamily="34" charset="0"/>
                <a:cs typeface="Google Sans Flex SemiBold" panose="020B0503030502040204" pitchFamily="34" charset="0"/>
              </a:rPr>
              <a:t>4 People One app,  </a:t>
            </a:r>
          </a:p>
          <a:p>
            <a:pPr algn="l"/>
            <a:r>
              <a:rPr lang="en-GB" sz="3600" dirty="0">
                <a:latin typeface="Google Sans Flex Light" panose="020B0503030502040204" pitchFamily="34" charset="0"/>
                <a:ea typeface="Google Sans Flex Light" panose="020B0503030502040204" pitchFamily="34" charset="0"/>
                <a:cs typeface="Google Sans Flex Light" panose="020B0503030502040204" pitchFamily="34" charset="0"/>
              </a:rPr>
              <a:t>Every Handoff on record</a:t>
            </a:r>
            <a:endParaRPr lang="en-US" sz="3600" dirty="0">
              <a:latin typeface="Google Sans Flex Light" panose="020B0503030502040204" pitchFamily="34" charset="0"/>
              <a:ea typeface="Google Sans Flex Light" panose="020B0503030502040204" pitchFamily="34" charset="0"/>
              <a:cs typeface="Google Sans Flex Light" panose="020B0503030502040204" pitchFamily="34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6AF3501-4F0B-37EF-B149-3BF9798E476A}"/>
              </a:ext>
            </a:extLst>
          </p:cNvPr>
          <p:cNvCxnSpPr>
            <a:cxnSpLocks/>
          </p:cNvCxnSpPr>
          <p:nvPr/>
        </p:nvCxnSpPr>
        <p:spPr>
          <a:xfrm>
            <a:off x="2001215" y="-7402617"/>
            <a:ext cx="0" cy="4244817"/>
          </a:xfrm>
          <a:prstGeom prst="line">
            <a:avLst/>
          </a:prstGeom>
          <a:ln w="9525">
            <a:gradFill>
              <a:gsLst>
                <a:gs pos="0">
                  <a:schemeClr val="bg1"/>
                </a:gs>
                <a:gs pos="55000">
                  <a:schemeClr val="tx1"/>
                </a:gs>
                <a:gs pos="83000">
                  <a:schemeClr val="tx1"/>
                </a:gs>
                <a:gs pos="100000">
                  <a:schemeClr val="bg1"/>
                </a:gs>
              </a:gsLst>
              <a:lin ang="6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828D6F3-8F1D-6C36-565E-85E8EEC21D9C}"/>
              </a:ext>
            </a:extLst>
          </p:cNvPr>
          <p:cNvCxnSpPr>
            <a:cxnSpLocks/>
          </p:cNvCxnSpPr>
          <p:nvPr/>
        </p:nvCxnSpPr>
        <p:spPr>
          <a:xfrm>
            <a:off x="2925621" y="-7086264"/>
            <a:ext cx="0" cy="4244817"/>
          </a:xfrm>
          <a:prstGeom prst="line">
            <a:avLst/>
          </a:prstGeom>
          <a:ln w="9525">
            <a:gradFill>
              <a:gsLst>
                <a:gs pos="0">
                  <a:schemeClr val="bg1"/>
                </a:gs>
                <a:gs pos="55000">
                  <a:schemeClr val="tx1"/>
                </a:gs>
                <a:gs pos="83000">
                  <a:schemeClr val="tx1"/>
                </a:gs>
                <a:gs pos="100000">
                  <a:schemeClr val="bg1"/>
                </a:gs>
              </a:gsLst>
              <a:lin ang="6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EACD6FF-373F-22F0-E411-3FB456F9F6C0}"/>
              </a:ext>
            </a:extLst>
          </p:cNvPr>
          <p:cNvCxnSpPr>
            <a:cxnSpLocks/>
          </p:cNvCxnSpPr>
          <p:nvPr/>
        </p:nvCxnSpPr>
        <p:spPr>
          <a:xfrm>
            <a:off x="3852672" y="-7086264"/>
            <a:ext cx="0" cy="4244817"/>
          </a:xfrm>
          <a:prstGeom prst="line">
            <a:avLst/>
          </a:prstGeom>
          <a:ln w="9525">
            <a:gradFill>
              <a:gsLst>
                <a:gs pos="0">
                  <a:schemeClr val="bg1"/>
                </a:gs>
                <a:gs pos="55000">
                  <a:schemeClr val="tx1"/>
                </a:gs>
                <a:gs pos="83000">
                  <a:schemeClr val="tx1"/>
                </a:gs>
                <a:gs pos="100000">
                  <a:schemeClr val="bg1"/>
                </a:gs>
              </a:gsLst>
              <a:lin ang="6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7FF017C9-3AEF-634E-D7E1-CB703D392B08}"/>
              </a:ext>
            </a:extLst>
          </p:cNvPr>
          <p:cNvSpPr/>
          <p:nvPr/>
        </p:nvSpPr>
        <p:spPr>
          <a:xfrm>
            <a:off x="0" y="-9243391"/>
            <a:ext cx="15353414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9CA670AE-BBF2-4B73-CBB8-EE029384AB33}"/>
              </a:ext>
            </a:extLst>
          </p:cNvPr>
          <p:cNvSpPr/>
          <p:nvPr/>
        </p:nvSpPr>
        <p:spPr>
          <a:xfrm>
            <a:off x="1085025" y="-9025408"/>
            <a:ext cx="7433356" cy="5515792"/>
          </a:xfrm>
          <a:prstGeom prst="roundRect">
            <a:avLst>
              <a:gd name="adj" fmla="val 7344"/>
            </a:avLst>
          </a:prstGeom>
          <a:solidFill>
            <a:schemeClr val="bg1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tx1"/>
                </a:gs>
                <a:gs pos="83000">
                  <a:schemeClr val="tx1"/>
                </a:gs>
                <a:gs pos="100000">
                  <a:schemeClr val="bg1"/>
                </a:gs>
              </a:gsLst>
              <a:lin ang="11400000" scaled="0"/>
            </a:gradFill>
          </a:ln>
          <a:effectLst>
            <a:outerShdw blurRad="1270000" dist="177800" dir="4800000" sx="102000" sy="102000" algn="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BAD6F4A-2964-8146-74BA-0E017D446684}"/>
              </a:ext>
            </a:extLst>
          </p:cNvPr>
          <p:cNvSpPr/>
          <p:nvPr/>
        </p:nvSpPr>
        <p:spPr>
          <a:xfrm>
            <a:off x="6103960" y="-18682845"/>
            <a:ext cx="18878907" cy="18878907"/>
          </a:xfrm>
          <a:prstGeom prst="ellipse">
            <a:avLst/>
          </a:prstGeom>
          <a:solidFill>
            <a:srgbClr val="001B09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086E6E1A-082E-35F9-EEFE-BE0ADB0456D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8554" y="-11394772"/>
            <a:ext cx="6858000" cy="6858000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97B7A3C9-2E8D-C1E6-CE54-6584D038BF81}"/>
              </a:ext>
            </a:extLst>
          </p:cNvPr>
          <p:cNvSpPr txBox="1">
            <a:spLocks/>
          </p:cNvSpPr>
          <p:nvPr/>
        </p:nvSpPr>
        <p:spPr>
          <a:xfrm>
            <a:off x="1078104" y="-11549066"/>
            <a:ext cx="5698176" cy="13040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600" dirty="0">
                <a:latin typeface="Google Sans Flex Light" panose="020B0503030502040204" pitchFamily="34" charset="0"/>
                <a:ea typeface="Google Sans Flex Light" panose="020B0503030502040204" pitchFamily="34" charset="0"/>
                <a:cs typeface="Google Sans Flex Light" panose="020B0503030502040204" pitchFamily="34" charset="0"/>
              </a:rPr>
              <a:t>Designed for people </a:t>
            </a:r>
          </a:p>
          <a:p>
            <a:pPr algn="l"/>
            <a:r>
              <a:rPr lang="en-GB" sz="3600" dirty="0">
                <a:latin typeface="Google Sans Flex Light" panose="020B0503030502040204" pitchFamily="34" charset="0"/>
                <a:ea typeface="Google Sans Flex Light" panose="020B0503030502040204" pitchFamily="34" charset="0"/>
                <a:cs typeface="Google Sans Flex Light" panose="020B0503030502040204" pitchFamily="34" charset="0"/>
              </a:rPr>
              <a:t>who </a:t>
            </a:r>
            <a:r>
              <a:rPr lang="en-US" sz="3600" dirty="0">
                <a:solidFill>
                  <a:srgbClr val="00B050"/>
                </a:solidFill>
                <a:latin typeface="Google Sans Flex SemiBold" panose="020B0503030502040204" pitchFamily="34" charset="0"/>
                <a:ea typeface="Google Sans Flex SemiBold" panose="020B0503030502040204" pitchFamily="34" charset="0"/>
                <a:cs typeface="Google Sans Flex SemiBold" panose="020B0503030502040204" pitchFamily="34" charset="0"/>
              </a:rPr>
              <a:t>start at 3 AM</a:t>
            </a:r>
            <a:r>
              <a:rPr lang="en-GB" sz="3600" dirty="0">
                <a:solidFill>
                  <a:srgbClr val="00B050"/>
                </a:solidFill>
                <a:latin typeface="Google Sans Flex SemiBold" panose="020B0503030502040204" pitchFamily="34" charset="0"/>
                <a:ea typeface="Google Sans Flex SemiBold" panose="020B0503030502040204" pitchFamily="34" charset="0"/>
                <a:cs typeface="Google Sans Flex SemiBold" panose="020B0503030502040204" pitchFamily="34" charset="0"/>
              </a:rPr>
              <a:t>  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3247AE6-62FA-BDFA-D9D5-A24EABB0B645}"/>
              </a:ext>
            </a:extLst>
          </p:cNvPr>
          <p:cNvSpPr/>
          <p:nvPr/>
        </p:nvSpPr>
        <p:spPr>
          <a:xfrm>
            <a:off x="1419997" y="-8194017"/>
            <a:ext cx="669360" cy="669360"/>
          </a:xfrm>
          <a:prstGeom prst="roundRect">
            <a:avLst/>
          </a:prstGeom>
          <a:solidFill>
            <a:srgbClr val="00DE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FDA84C2C-D832-AC47-9AFF-7E75137E1DE0}"/>
              </a:ext>
            </a:extLst>
          </p:cNvPr>
          <p:cNvSpPr/>
          <p:nvPr/>
        </p:nvSpPr>
        <p:spPr>
          <a:xfrm>
            <a:off x="1419997" y="-6798344"/>
            <a:ext cx="669360" cy="669360"/>
          </a:xfrm>
          <a:prstGeom prst="roundRect">
            <a:avLst/>
          </a:prstGeom>
          <a:solidFill>
            <a:srgbClr val="006A6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BA79D21-6141-E248-0E25-801366ECC7A0}"/>
              </a:ext>
            </a:extLst>
          </p:cNvPr>
          <p:cNvSpPr/>
          <p:nvPr/>
        </p:nvSpPr>
        <p:spPr>
          <a:xfrm>
            <a:off x="1419997" y="-5317629"/>
            <a:ext cx="669360" cy="669360"/>
          </a:xfrm>
          <a:prstGeom prst="roundRect">
            <a:avLst/>
          </a:prstGeom>
          <a:solidFill>
            <a:srgbClr val="001B0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2FFEBDA5-C54C-5D24-9E9C-46DADE320BF2}"/>
              </a:ext>
            </a:extLst>
          </p:cNvPr>
          <p:cNvSpPr txBox="1">
            <a:spLocks/>
          </p:cNvSpPr>
          <p:nvPr/>
        </p:nvSpPr>
        <p:spPr>
          <a:xfrm>
            <a:off x="2183095" y="-8145653"/>
            <a:ext cx="1978021" cy="5358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1800" dirty="0">
                <a:latin typeface="Google Sans Flex SemiBold" panose="020B0503030502040204" pitchFamily="34" charset="0"/>
                <a:ea typeface="Google Sans Flex SemiBold" panose="020B0503030502040204" pitchFamily="34" charset="0"/>
                <a:cs typeface="Google Sans Flex SemiBold" panose="020B0503030502040204" pitchFamily="34" charset="0"/>
              </a:rPr>
              <a:t>Go Green</a:t>
            </a:r>
            <a:endParaRPr lang="en-GB" sz="1800" dirty="0">
              <a:solidFill>
                <a:srgbClr val="00B050"/>
              </a:solidFill>
              <a:latin typeface="Google Sans Flex SemiBold" panose="020B0503030502040204" pitchFamily="34" charset="0"/>
              <a:ea typeface="Google Sans Flex SemiBold" panose="020B0503030502040204" pitchFamily="34" charset="0"/>
              <a:cs typeface="Google Sans Flex SemiBold" panose="020B0503030502040204" pitchFamily="34" charset="0"/>
            </a:endParaRPr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8E38EDC3-52AB-6548-CF3C-7DCAB80417BF}"/>
              </a:ext>
            </a:extLst>
          </p:cNvPr>
          <p:cNvSpPr txBox="1">
            <a:spLocks/>
          </p:cNvSpPr>
          <p:nvPr/>
        </p:nvSpPr>
        <p:spPr>
          <a:xfrm>
            <a:off x="2183100" y="-7842181"/>
            <a:ext cx="4364783" cy="5358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1400" dirty="0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The next step to take · From our logo</a:t>
            </a:r>
            <a:endParaRPr lang="en-GB" sz="1400" dirty="0">
              <a:solidFill>
                <a:srgbClr val="00B050"/>
              </a:solidFill>
              <a:latin typeface="Google Sans Flex" panose="020B0503030502040204" pitchFamily="34" charset="0"/>
              <a:ea typeface="Google Sans Flex" panose="020B0503030502040204" pitchFamily="34" charset="0"/>
              <a:cs typeface="Google Sans Flex" panose="020B0503030502040204" pitchFamily="34" charset="0"/>
            </a:endParaRPr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19B4865F-1DC7-3E79-CF88-1C1583FB2942}"/>
              </a:ext>
            </a:extLst>
          </p:cNvPr>
          <p:cNvSpPr txBox="1">
            <a:spLocks/>
          </p:cNvSpPr>
          <p:nvPr/>
        </p:nvSpPr>
        <p:spPr>
          <a:xfrm>
            <a:off x="2183095" y="-6731641"/>
            <a:ext cx="1978021" cy="5358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1800" dirty="0">
                <a:latin typeface="Google Sans Flex SemiBold" panose="020B0503030502040204" pitchFamily="34" charset="0"/>
                <a:ea typeface="Google Sans Flex SemiBold" panose="020B0503030502040204" pitchFamily="34" charset="0"/>
                <a:cs typeface="Google Sans Flex SemiBold" panose="020B0503030502040204" pitchFamily="34" charset="0"/>
              </a:rPr>
              <a:t>Teal</a:t>
            </a:r>
            <a:endParaRPr lang="en-GB" sz="1800" dirty="0">
              <a:solidFill>
                <a:srgbClr val="00B050"/>
              </a:solidFill>
              <a:latin typeface="Google Sans Flex SemiBold" panose="020B0503030502040204" pitchFamily="34" charset="0"/>
              <a:ea typeface="Google Sans Flex SemiBold" panose="020B0503030502040204" pitchFamily="34" charset="0"/>
              <a:cs typeface="Google Sans Flex SemiBold" panose="020B0503030502040204" pitchFamily="34" charset="0"/>
            </a:endParaRPr>
          </a:p>
        </p:txBody>
      </p:sp>
      <p:sp>
        <p:nvSpPr>
          <p:cNvPr id="35" name="Title 1">
            <a:extLst>
              <a:ext uri="{FF2B5EF4-FFF2-40B4-BE49-F238E27FC236}">
                <a16:creationId xmlns:a16="http://schemas.microsoft.com/office/drawing/2014/main" id="{918370A3-97F1-EA22-B1D4-5D08971862FB}"/>
              </a:ext>
            </a:extLst>
          </p:cNvPr>
          <p:cNvSpPr txBox="1">
            <a:spLocks/>
          </p:cNvSpPr>
          <p:nvPr/>
        </p:nvSpPr>
        <p:spPr>
          <a:xfrm>
            <a:off x="2183100" y="-6428169"/>
            <a:ext cx="4364783" cy="5358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1400" dirty="0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Decisions and links · Calm &amp; trusted</a:t>
            </a:r>
            <a:endParaRPr lang="en-GB" sz="1400" dirty="0">
              <a:solidFill>
                <a:srgbClr val="00B050"/>
              </a:solidFill>
              <a:latin typeface="Google Sans Flex" panose="020B0503030502040204" pitchFamily="34" charset="0"/>
              <a:ea typeface="Google Sans Flex" panose="020B0503030502040204" pitchFamily="34" charset="0"/>
              <a:cs typeface="Google Sans Flex" panose="020B0503030502040204" pitchFamily="34" charset="0"/>
            </a:endParaRPr>
          </a:p>
        </p:txBody>
      </p:sp>
      <p:sp>
        <p:nvSpPr>
          <p:cNvPr id="36" name="Title 1">
            <a:extLst>
              <a:ext uri="{FF2B5EF4-FFF2-40B4-BE49-F238E27FC236}">
                <a16:creationId xmlns:a16="http://schemas.microsoft.com/office/drawing/2014/main" id="{12871671-D6F8-8960-FF72-8158868FB134}"/>
              </a:ext>
            </a:extLst>
          </p:cNvPr>
          <p:cNvSpPr txBox="1">
            <a:spLocks/>
          </p:cNvSpPr>
          <p:nvPr/>
        </p:nvSpPr>
        <p:spPr>
          <a:xfrm>
            <a:off x="2183095" y="-5255553"/>
            <a:ext cx="1978021" cy="5358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1800" dirty="0">
                <a:latin typeface="Google Sans Flex SemiBold" panose="020B0503030502040204" pitchFamily="34" charset="0"/>
                <a:ea typeface="Google Sans Flex SemiBold" panose="020B0503030502040204" pitchFamily="34" charset="0"/>
                <a:cs typeface="Google Sans Flex SemiBold" panose="020B0503030502040204" pitchFamily="34" charset="0"/>
              </a:rPr>
              <a:t>Night</a:t>
            </a:r>
            <a:endParaRPr lang="en-GB" sz="1800" dirty="0">
              <a:solidFill>
                <a:srgbClr val="00B050"/>
              </a:solidFill>
              <a:latin typeface="Google Sans Flex SemiBold" panose="020B0503030502040204" pitchFamily="34" charset="0"/>
              <a:ea typeface="Google Sans Flex SemiBold" panose="020B0503030502040204" pitchFamily="34" charset="0"/>
              <a:cs typeface="Google Sans Flex SemiBold" panose="020B0503030502040204" pitchFamily="34" charset="0"/>
            </a:endParaRPr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E3A28210-0756-3700-9198-011F65A42151}"/>
              </a:ext>
            </a:extLst>
          </p:cNvPr>
          <p:cNvSpPr txBox="1">
            <a:spLocks/>
          </p:cNvSpPr>
          <p:nvPr/>
        </p:nvSpPr>
        <p:spPr>
          <a:xfrm>
            <a:off x="2183100" y="-4952081"/>
            <a:ext cx="4919459" cy="5358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1400" dirty="0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Dark screens do for 3 AM · No glare in the cab</a:t>
            </a:r>
            <a:endParaRPr lang="en-GB" sz="1400" dirty="0">
              <a:solidFill>
                <a:srgbClr val="00B050"/>
              </a:solidFill>
              <a:latin typeface="Google Sans Flex" panose="020B0503030502040204" pitchFamily="34" charset="0"/>
              <a:ea typeface="Google Sans Flex" panose="020B0503030502040204" pitchFamily="34" charset="0"/>
              <a:cs typeface="Google Sans Flex" panose="020B0503030502040204" pitchFamily="34" charset="0"/>
            </a:endParaRPr>
          </a:p>
        </p:txBody>
      </p:sp>
      <p:sp>
        <p:nvSpPr>
          <p:cNvPr id="67" name="Pill 1 – Bar">
            <a:extLst>
              <a:ext uri="{FF2B5EF4-FFF2-40B4-BE49-F238E27FC236}">
                <a16:creationId xmlns:a16="http://schemas.microsoft.com/office/drawing/2014/main" id="{14FACE6C-03B6-C0A8-43E5-7489DC9D8964}"/>
              </a:ext>
            </a:extLst>
          </p:cNvPr>
          <p:cNvSpPr/>
          <p:nvPr/>
        </p:nvSpPr>
        <p:spPr>
          <a:xfrm>
            <a:off x="8534825" y="-9429283"/>
            <a:ext cx="2677473" cy="781314"/>
          </a:xfrm>
          <a:prstGeom prst="rect">
            <a:avLst/>
          </a:prstGeom>
          <a:solidFill>
            <a:srgbClr val="00DE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600" dirty="0"/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434B91A3-1DD9-02FD-4534-4E12083AF21A}"/>
              </a:ext>
            </a:extLst>
          </p:cNvPr>
          <p:cNvGrpSpPr/>
          <p:nvPr/>
        </p:nvGrpSpPr>
        <p:grpSpPr>
          <a:xfrm>
            <a:off x="8159138" y="-9429283"/>
            <a:ext cx="3949331" cy="781314"/>
            <a:chOff x="9728300" y="2647686"/>
            <a:chExt cx="3949331" cy="781314"/>
          </a:xfrm>
        </p:grpSpPr>
        <p:sp>
          <p:nvSpPr>
            <p:cNvPr id="92" name="Pill 1 – Bar">
              <a:extLst>
                <a:ext uri="{FF2B5EF4-FFF2-40B4-BE49-F238E27FC236}">
                  <a16:creationId xmlns:a16="http://schemas.microsoft.com/office/drawing/2014/main" id="{1D742D01-2197-B0F3-22DB-936B17D2E614}"/>
                </a:ext>
              </a:extLst>
            </p:cNvPr>
            <p:cNvSpPr/>
            <p:nvPr/>
          </p:nvSpPr>
          <p:spPr>
            <a:xfrm>
              <a:off x="10103987" y="2647686"/>
              <a:ext cx="3573644" cy="781314"/>
            </a:xfrm>
            <a:prstGeom prst="rect">
              <a:avLst/>
            </a:prstGeom>
            <a:solidFill>
              <a:srgbClr val="001B0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600" dirty="0"/>
            </a:p>
          </p:txBody>
        </p:sp>
        <p:sp>
          <p:nvSpPr>
            <p:cNvPr id="68" name="Pill 1 – End cap">
              <a:extLst>
                <a:ext uri="{FF2B5EF4-FFF2-40B4-BE49-F238E27FC236}">
                  <a16:creationId xmlns:a16="http://schemas.microsoft.com/office/drawing/2014/main" id="{7B29E707-8A19-5E21-00C3-0EC854E75E73}"/>
                </a:ext>
              </a:extLst>
            </p:cNvPr>
            <p:cNvSpPr/>
            <p:nvPr/>
          </p:nvSpPr>
          <p:spPr>
            <a:xfrm>
              <a:off x="9728300" y="2647686"/>
              <a:ext cx="781314" cy="781314"/>
            </a:xfrm>
            <a:prstGeom prst="roundRect">
              <a:avLst>
                <a:gd name="adj" fmla="val 50000"/>
              </a:avLst>
            </a:prstGeom>
            <a:solidFill>
              <a:srgbClr val="00DE7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600" dirty="0"/>
            </a:p>
          </p:txBody>
        </p:sp>
      </p:grpSp>
      <p:sp>
        <p:nvSpPr>
          <p:cNvPr id="70" name="Pill 1 – Text">
            <a:extLst>
              <a:ext uri="{FF2B5EF4-FFF2-40B4-BE49-F238E27FC236}">
                <a16:creationId xmlns:a16="http://schemas.microsoft.com/office/drawing/2014/main" id="{B2BCC08F-9E37-5BC1-558C-5C6A7BE419D5}"/>
              </a:ext>
            </a:extLst>
          </p:cNvPr>
          <p:cNvSpPr txBox="1">
            <a:spLocks/>
          </p:cNvSpPr>
          <p:nvPr/>
        </p:nvSpPr>
        <p:spPr>
          <a:xfrm>
            <a:off x="8900624" y="-9205130"/>
            <a:ext cx="2702331" cy="38420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800" dirty="0">
                <a:solidFill>
                  <a:schemeClr val="bg1"/>
                </a:solidFill>
                <a:latin typeface="Google Sans Flex SemiBold" panose="020B0503030502040204" pitchFamily="34" charset="0"/>
                <a:ea typeface="Google Sans Flex SemiBold" panose="020B0503030502040204" pitchFamily="34" charset="0"/>
                <a:cs typeface="Google Sans Flex SemiBold" panose="020B0503030502040204" pitchFamily="34" charset="0"/>
              </a:rPr>
              <a:t>One action </a:t>
            </a:r>
            <a:r>
              <a:rPr lang="en-GB" sz="1800" dirty="0">
                <a:solidFill>
                  <a:schemeClr val="bg1"/>
                </a:solidFill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per screen</a:t>
            </a:r>
          </a:p>
        </p:txBody>
      </p:sp>
      <p:sp>
        <p:nvSpPr>
          <p:cNvPr id="71" name="Pill 2 – Bar">
            <a:extLst>
              <a:ext uri="{FF2B5EF4-FFF2-40B4-BE49-F238E27FC236}">
                <a16:creationId xmlns:a16="http://schemas.microsoft.com/office/drawing/2014/main" id="{A50AEF27-780E-D643-6C13-D27B3374EE28}"/>
              </a:ext>
            </a:extLst>
          </p:cNvPr>
          <p:cNvSpPr/>
          <p:nvPr/>
        </p:nvSpPr>
        <p:spPr>
          <a:xfrm>
            <a:off x="8534825" y="-7846865"/>
            <a:ext cx="2677473" cy="781314"/>
          </a:xfrm>
          <a:prstGeom prst="rect">
            <a:avLst/>
          </a:prstGeom>
          <a:solidFill>
            <a:srgbClr val="00DE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600" dirty="0"/>
          </a:p>
        </p:txBody>
      </p: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FAED3779-A38C-9C54-7E66-DE1B42CF6ABA}"/>
              </a:ext>
            </a:extLst>
          </p:cNvPr>
          <p:cNvGrpSpPr/>
          <p:nvPr/>
        </p:nvGrpSpPr>
        <p:grpSpPr>
          <a:xfrm>
            <a:off x="8159138" y="-7850692"/>
            <a:ext cx="3949331" cy="817567"/>
            <a:chOff x="9728300" y="2635191"/>
            <a:chExt cx="3949331" cy="817567"/>
          </a:xfrm>
        </p:grpSpPr>
        <p:sp>
          <p:nvSpPr>
            <p:cNvPr id="114" name="Pill 1 – Bar">
              <a:extLst>
                <a:ext uri="{FF2B5EF4-FFF2-40B4-BE49-F238E27FC236}">
                  <a16:creationId xmlns:a16="http://schemas.microsoft.com/office/drawing/2014/main" id="{EF53F27A-DFC0-4993-3A5C-875F30564130}"/>
                </a:ext>
              </a:extLst>
            </p:cNvPr>
            <p:cNvSpPr/>
            <p:nvPr/>
          </p:nvSpPr>
          <p:spPr>
            <a:xfrm>
              <a:off x="10103987" y="2635191"/>
              <a:ext cx="3573644" cy="817567"/>
            </a:xfrm>
            <a:prstGeom prst="rect">
              <a:avLst/>
            </a:prstGeom>
            <a:solidFill>
              <a:srgbClr val="001B0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600" dirty="0"/>
            </a:p>
          </p:txBody>
        </p:sp>
        <p:sp>
          <p:nvSpPr>
            <p:cNvPr id="115" name="Pill 1 – End cap">
              <a:extLst>
                <a:ext uri="{FF2B5EF4-FFF2-40B4-BE49-F238E27FC236}">
                  <a16:creationId xmlns:a16="http://schemas.microsoft.com/office/drawing/2014/main" id="{E245D505-9B8E-8746-8F96-FD5AEA1C9C19}"/>
                </a:ext>
              </a:extLst>
            </p:cNvPr>
            <p:cNvSpPr/>
            <p:nvPr/>
          </p:nvSpPr>
          <p:spPr>
            <a:xfrm>
              <a:off x="9728300" y="2647686"/>
              <a:ext cx="781314" cy="781314"/>
            </a:xfrm>
            <a:prstGeom prst="roundRect">
              <a:avLst>
                <a:gd name="adj" fmla="val 50000"/>
              </a:avLst>
            </a:prstGeom>
            <a:solidFill>
              <a:srgbClr val="00DE7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600" dirty="0"/>
            </a:p>
          </p:txBody>
        </p:sp>
      </p:grpSp>
      <p:sp>
        <p:nvSpPr>
          <p:cNvPr id="74" name="Pill 2 – Text">
            <a:extLst>
              <a:ext uri="{FF2B5EF4-FFF2-40B4-BE49-F238E27FC236}">
                <a16:creationId xmlns:a16="http://schemas.microsoft.com/office/drawing/2014/main" id="{3EE078A9-DDC5-A060-A075-724A272A7D89}"/>
              </a:ext>
            </a:extLst>
          </p:cNvPr>
          <p:cNvSpPr txBox="1">
            <a:spLocks/>
          </p:cNvSpPr>
          <p:nvPr/>
        </p:nvSpPr>
        <p:spPr>
          <a:xfrm>
            <a:off x="8900624" y="-7622712"/>
            <a:ext cx="2702331" cy="38420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800" dirty="0">
                <a:solidFill>
                  <a:schemeClr val="bg1"/>
                </a:solidFill>
                <a:latin typeface="Google Sans Flex SemiBold" panose="020B0503030502040204" pitchFamily="34" charset="0"/>
                <a:ea typeface="Google Sans Flex SemiBold" panose="020B0503030502040204" pitchFamily="34" charset="0"/>
                <a:cs typeface="Google Sans Flex SemiBold" panose="020B0503030502040204" pitchFamily="34" charset="0"/>
              </a:rPr>
              <a:t>Slide </a:t>
            </a:r>
            <a:r>
              <a:rPr lang="en-GB" sz="1800" dirty="0">
                <a:solidFill>
                  <a:schemeClr val="bg1"/>
                </a:solidFill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to confirm</a:t>
            </a:r>
          </a:p>
        </p:txBody>
      </p:sp>
      <p:sp>
        <p:nvSpPr>
          <p:cNvPr id="75" name="Pill 3 – Bar">
            <a:extLst>
              <a:ext uri="{FF2B5EF4-FFF2-40B4-BE49-F238E27FC236}">
                <a16:creationId xmlns:a16="http://schemas.microsoft.com/office/drawing/2014/main" id="{63F2C95E-5B39-BA1F-51A6-EC068E41272F}"/>
              </a:ext>
            </a:extLst>
          </p:cNvPr>
          <p:cNvSpPr/>
          <p:nvPr/>
        </p:nvSpPr>
        <p:spPr>
          <a:xfrm>
            <a:off x="8534825" y="-6278316"/>
            <a:ext cx="2677473" cy="781314"/>
          </a:xfrm>
          <a:prstGeom prst="rect">
            <a:avLst/>
          </a:prstGeom>
          <a:solidFill>
            <a:srgbClr val="00DE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600" dirty="0"/>
          </a:p>
        </p:txBody>
      </p: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95448663-5746-67E6-8291-F2E86CAF9484}"/>
              </a:ext>
            </a:extLst>
          </p:cNvPr>
          <p:cNvGrpSpPr/>
          <p:nvPr/>
        </p:nvGrpSpPr>
        <p:grpSpPr>
          <a:xfrm>
            <a:off x="8159138" y="-6306489"/>
            <a:ext cx="3949331" cy="817567"/>
            <a:chOff x="9728300" y="2615894"/>
            <a:chExt cx="3949331" cy="817567"/>
          </a:xfrm>
        </p:grpSpPr>
        <p:sp>
          <p:nvSpPr>
            <p:cNvPr id="117" name="Pill 1 – Bar">
              <a:extLst>
                <a:ext uri="{FF2B5EF4-FFF2-40B4-BE49-F238E27FC236}">
                  <a16:creationId xmlns:a16="http://schemas.microsoft.com/office/drawing/2014/main" id="{19CFB9FA-EA3C-9C5C-FE95-E3DD7ED3233F}"/>
                </a:ext>
              </a:extLst>
            </p:cNvPr>
            <p:cNvSpPr/>
            <p:nvPr/>
          </p:nvSpPr>
          <p:spPr>
            <a:xfrm>
              <a:off x="10103987" y="2615894"/>
              <a:ext cx="3573644" cy="817567"/>
            </a:xfrm>
            <a:prstGeom prst="rect">
              <a:avLst/>
            </a:prstGeom>
            <a:solidFill>
              <a:srgbClr val="001B0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600" dirty="0"/>
            </a:p>
          </p:txBody>
        </p:sp>
        <p:sp>
          <p:nvSpPr>
            <p:cNvPr id="118" name="Pill 1 – End cap">
              <a:extLst>
                <a:ext uri="{FF2B5EF4-FFF2-40B4-BE49-F238E27FC236}">
                  <a16:creationId xmlns:a16="http://schemas.microsoft.com/office/drawing/2014/main" id="{09647715-B798-03A7-CB99-4304B19E3792}"/>
                </a:ext>
              </a:extLst>
            </p:cNvPr>
            <p:cNvSpPr/>
            <p:nvPr/>
          </p:nvSpPr>
          <p:spPr>
            <a:xfrm>
              <a:off x="9728300" y="2647686"/>
              <a:ext cx="781314" cy="781314"/>
            </a:xfrm>
            <a:prstGeom prst="roundRect">
              <a:avLst>
                <a:gd name="adj" fmla="val 50000"/>
              </a:avLst>
            </a:prstGeom>
            <a:solidFill>
              <a:srgbClr val="00DE7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600" dirty="0"/>
            </a:p>
          </p:txBody>
        </p:sp>
      </p:grpSp>
      <p:sp>
        <p:nvSpPr>
          <p:cNvPr id="78" name="Pill 3 – Text">
            <a:extLst>
              <a:ext uri="{FF2B5EF4-FFF2-40B4-BE49-F238E27FC236}">
                <a16:creationId xmlns:a16="http://schemas.microsoft.com/office/drawing/2014/main" id="{609DB51F-A3F5-6F19-D162-EFDD3A47F7FD}"/>
              </a:ext>
            </a:extLst>
          </p:cNvPr>
          <p:cNvSpPr txBox="1">
            <a:spLocks/>
          </p:cNvSpPr>
          <p:nvPr/>
        </p:nvSpPr>
        <p:spPr>
          <a:xfrm>
            <a:off x="8900624" y="-6054163"/>
            <a:ext cx="2575793" cy="38420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defPPr>
              <a:defRPr lang="en-US"/>
            </a:defPPr>
            <a:lvl1pPr marL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800" dirty="0">
                <a:solidFill>
                  <a:schemeClr val="bg1"/>
                </a:solidFill>
                <a:latin typeface="Google Sans Flex SemiBold" panose="020B0503030502040204" pitchFamily="34" charset="0"/>
                <a:ea typeface="Google Sans Flex SemiBold" panose="020B0503030502040204" pitchFamily="34" charset="0"/>
                <a:cs typeface="Google Sans Flex SemiBold" panose="020B0503030502040204" pitchFamily="34" charset="0"/>
              </a:rPr>
              <a:t>Sinhala · Tamil · English</a:t>
            </a:r>
            <a:endParaRPr lang="en-GB" sz="1800" dirty="0">
              <a:solidFill>
                <a:schemeClr val="bg1"/>
              </a:solidFill>
              <a:latin typeface="Google Sans Flex" panose="020B0503030502040204" pitchFamily="34" charset="0"/>
              <a:ea typeface="Google Sans Flex" panose="020B0503030502040204" pitchFamily="34" charset="0"/>
              <a:cs typeface="Google Sans Flex" panose="020B0503030502040204" pitchFamily="34" charset="0"/>
            </a:endParaRPr>
          </a:p>
        </p:txBody>
      </p:sp>
      <p:grpSp>
        <p:nvGrpSpPr>
          <p:cNvPr id="97" name="Pill 1 – Badge">
            <a:extLst>
              <a:ext uri="{FF2B5EF4-FFF2-40B4-BE49-F238E27FC236}">
                <a16:creationId xmlns:a16="http://schemas.microsoft.com/office/drawing/2014/main" id="{B90598A8-97CA-5A38-0479-412C68BA2F8A}"/>
              </a:ext>
            </a:extLst>
          </p:cNvPr>
          <p:cNvGrpSpPr/>
          <p:nvPr/>
        </p:nvGrpSpPr>
        <p:grpSpPr>
          <a:xfrm>
            <a:off x="8144168" y="-9429283"/>
            <a:ext cx="781314" cy="781314"/>
            <a:chOff x="7902821" y="2588566"/>
            <a:chExt cx="781314" cy="781314"/>
          </a:xfrm>
        </p:grpSpPr>
        <p:sp>
          <p:nvSpPr>
            <p:cNvPr id="98" name="Pill 1 – Green circle">
              <a:extLst>
                <a:ext uri="{FF2B5EF4-FFF2-40B4-BE49-F238E27FC236}">
                  <a16:creationId xmlns:a16="http://schemas.microsoft.com/office/drawing/2014/main" id="{8F36B60B-2A9C-F1C8-D60E-C0B878C60912}"/>
                </a:ext>
              </a:extLst>
            </p:cNvPr>
            <p:cNvSpPr/>
            <p:nvPr/>
          </p:nvSpPr>
          <p:spPr>
            <a:xfrm>
              <a:off x="7902821" y="2588566"/>
              <a:ext cx="781314" cy="781314"/>
            </a:xfrm>
            <a:prstGeom prst="roundRect">
              <a:avLst>
                <a:gd name="adj" fmla="val 50000"/>
              </a:avLst>
            </a:prstGeom>
            <a:solidFill>
              <a:srgbClr val="00DE7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600" dirty="0"/>
            </a:p>
          </p:txBody>
        </p:sp>
        <p:sp>
          <p:nvSpPr>
            <p:cNvPr id="99" name="Pill 1 – Dark box">
              <a:extLst>
                <a:ext uri="{FF2B5EF4-FFF2-40B4-BE49-F238E27FC236}">
                  <a16:creationId xmlns:a16="http://schemas.microsoft.com/office/drawing/2014/main" id="{6DAB9DFB-3265-7F0D-1456-981DB55CDB1B}"/>
                </a:ext>
              </a:extLst>
            </p:cNvPr>
            <p:cNvSpPr/>
            <p:nvPr/>
          </p:nvSpPr>
          <p:spPr>
            <a:xfrm>
              <a:off x="8003647" y="2673353"/>
              <a:ext cx="601820" cy="601820"/>
            </a:xfrm>
            <a:prstGeom prst="roundRect">
              <a:avLst>
                <a:gd name="adj" fmla="val 50000"/>
              </a:avLst>
            </a:prstGeom>
            <a:solidFill>
              <a:srgbClr val="001B0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pic>
          <p:nvPicPr>
            <p:cNvPr id="100" name="Pill 1 – Icon">
              <a:extLst>
                <a:ext uri="{FF2B5EF4-FFF2-40B4-BE49-F238E27FC236}">
                  <a16:creationId xmlns:a16="http://schemas.microsoft.com/office/drawing/2014/main" id="{82764314-68AD-984C-1FA2-2EB51C04F38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clrChange>
                <a:clrFrom>
                  <a:srgbClr val="133152"/>
                </a:clrFrom>
                <a:clrTo>
                  <a:srgbClr val="133152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091793" y="2736502"/>
              <a:ext cx="390191" cy="432843"/>
            </a:xfrm>
            <a:prstGeom prst="rect">
              <a:avLst/>
            </a:prstGeom>
          </p:spPr>
        </p:pic>
      </p:grpSp>
      <p:grpSp>
        <p:nvGrpSpPr>
          <p:cNvPr id="102" name="Pill 2 – Badge">
            <a:extLst>
              <a:ext uri="{FF2B5EF4-FFF2-40B4-BE49-F238E27FC236}">
                <a16:creationId xmlns:a16="http://schemas.microsoft.com/office/drawing/2014/main" id="{5579F504-8A05-B4DF-3FED-A4AB1353F4FC}"/>
              </a:ext>
            </a:extLst>
          </p:cNvPr>
          <p:cNvGrpSpPr/>
          <p:nvPr/>
        </p:nvGrpSpPr>
        <p:grpSpPr>
          <a:xfrm>
            <a:off x="8144168" y="-7846865"/>
            <a:ext cx="781314" cy="781314"/>
            <a:chOff x="7902821" y="3586582"/>
            <a:chExt cx="781314" cy="781314"/>
          </a:xfrm>
        </p:grpSpPr>
        <p:sp>
          <p:nvSpPr>
            <p:cNvPr id="103" name="Pill 2 – Green circle">
              <a:extLst>
                <a:ext uri="{FF2B5EF4-FFF2-40B4-BE49-F238E27FC236}">
                  <a16:creationId xmlns:a16="http://schemas.microsoft.com/office/drawing/2014/main" id="{066D0FD9-7368-C0D2-E134-298010F2977E}"/>
                </a:ext>
              </a:extLst>
            </p:cNvPr>
            <p:cNvSpPr/>
            <p:nvPr/>
          </p:nvSpPr>
          <p:spPr>
            <a:xfrm>
              <a:off x="7902821" y="3586582"/>
              <a:ext cx="781314" cy="781314"/>
            </a:xfrm>
            <a:prstGeom prst="roundRect">
              <a:avLst>
                <a:gd name="adj" fmla="val 50000"/>
              </a:avLst>
            </a:prstGeom>
            <a:solidFill>
              <a:srgbClr val="00DE7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600" dirty="0"/>
            </a:p>
          </p:txBody>
        </p:sp>
        <p:sp>
          <p:nvSpPr>
            <p:cNvPr id="104" name="Pill 2 – Dark box">
              <a:extLst>
                <a:ext uri="{FF2B5EF4-FFF2-40B4-BE49-F238E27FC236}">
                  <a16:creationId xmlns:a16="http://schemas.microsoft.com/office/drawing/2014/main" id="{9668257D-3E32-D1F2-9FC3-82674CDEC11D}"/>
                </a:ext>
              </a:extLst>
            </p:cNvPr>
            <p:cNvSpPr/>
            <p:nvPr/>
          </p:nvSpPr>
          <p:spPr>
            <a:xfrm>
              <a:off x="8003647" y="3671369"/>
              <a:ext cx="601820" cy="601820"/>
            </a:xfrm>
            <a:prstGeom prst="roundRect">
              <a:avLst>
                <a:gd name="adj" fmla="val 50000"/>
              </a:avLst>
            </a:prstGeom>
            <a:solidFill>
              <a:srgbClr val="001B0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grpSp>
          <p:nvGrpSpPr>
            <p:cNvPr id="105" name="Pill 2 – Icon">
              <a:extLst>
                <a:ext uri="{FF2B5EF4-FFF2-40B4-BE49-F238E27FC236}">
                  <a16:creationId xmlns:a16="http://schemas.microsoft.com/office/drawing/2014/main" id="{76E18912-B172-C103-7DC8-B4E522F58EF1}"/>
                </a:ext>
              </a:extLst>
            </p:cNvPr>
            <p:cNvGrpSpPr/>
            <p:nvPr/>
          </p:nvGrpSpPr>
          <p:grpSpPr>
            <a:xfrm>
              <a:off x="8114826" y="3782552"/>
              <a:ext cx="408304" cy="361259"/>
              <a:chOff x="5502244" y="2552655"/>
              <a:chExt cx="1980935" cy="1752690"/>
            </a:xfrm>
          </p:grpSpPr>
          <p:pic>
            <p:nvPicPr>
              <p:cNvPr id="106" name="Picture 105">
                <a:extLst>
                  <a:ext uri="{FF2B5EF4-FFF2-40B4-BE49-F238E27FC236}">
                    <a16:creationId xmlns:a16="http://schemas.microsoft.com/office/drawing/2014/main" id="{12A32344-CC63-E6CD-E944-BB1561FE5A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clrChange>
                  <a:clrFrom>
                    <a:srgbClr val="133152"/>
                  </a:clrFrom>
                  <a:clrTo>
                    <a:srgbClr val="133152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5502244" y="2552655"/>
                <a:ext cx="1187511" cy="1752690"/>
              </a:xfrm>
              <a:prstGeom prst="rect">
                <a:avLst/>
              </a:prstGeom>
            </p:spPr>
          </p:pic>
          <p:pic>
            <p:nvPicPr>
              <p:cNvPr id="107" name="Picture 106">
                <a:extLst>
                  <a:ext uri="{FF2B5EF4-FFF2-40B4-BE49-F238E27FC236}">
                    <a16:creationId xmlns:a16="http://schemas.microsoft.com/office/drawing/2014/main" id="{3D8939B2-88CB-7899-1BFC-6C5C00B258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clrChange>
                  <a:clrFrom>
                    <a:srgbClr val="133152"/>
                  </a:clrFrom>
                  <a:clrTo>
                    <a:srgbClr val="133152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5889710" y="2552655"/>
                <a:ext cx="1187511" cy="1752690"/>
              </a:xfrm>
              <a:prstGeom prst="rect">
                <a:avLst/>
              </a:prstGeom>
            </p:spPr>
          </p:pic>
          <p:pic>
            <p:nvPicPr>
              <p:cNvPr id="108" name="Picture 107">
                <a:extLst>
                  <a:ext uri="{FF2B5EF4-FFF2-40B4-BE49-F238E27FC236}">
                    <a16:creationId xmlns:a16="http://schemas.microsoft.com/office/drawing/2014/main" id="{3D54B304-9C36-59C1-CE7E-1137124B53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clrChange>
                  <a:clrFrom>
                    <a:srgbClr val="133152"/>
                  </a:clrFrom>
                  <a:clrTo>
                    <a:srgbClr val="133152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6295668" y="2552655"/>
                <a:ext cx="1187511" cy="1752690"/>
              </a:xfrm>
              <a:prstGeom prst="rect">
                <a:avLst/>
              </a:prstGeom>
            </p:spPr>
          </p:pic>
        </p:grpSp>
      </p:grpSp>
      <p:grpSp>
        <p:nvGrpSpPr>
          <p:cNvPr id="109" name="Pill 3 – Badge">
            <a:extLst>
              <a:ext uri="{FF2B5EF4-FFF2-40B4-BE49-F238E27FC236}">
                <a16:creationId xmlns:a16="http://schemas.microsoft.com/office/drawing/2014/main" id="{4E14E822-AABD-9655-73E1-D764879940EC}"/>
              </a:ext>
            </a:extLst>
          </p:cNvPr>
          <p:cNvGrpSpPr/>
          <p:nvPr/>
        </p:nvGrpSpPr>
        <p:grpSpPr>
          <a:xfrm>
            <a:off x="8144168" y="-6278316"/>
            <a:ext cx="781314" cy="781314"/>
            <a:chOff x="7902821" y="4581358"/>
            <a:chExt cx="781314" cy="781314"/>
          </a:xfrm>
        </p:grpSpPr>
        <p:sp>
          <p:nvSpPr>
            <p:cNvPr id="110" name="Pill 3 – Green circle">
              <a:extLst>
                <a:ext uri="{FF2B5EF4-FFF2-40B4-BE49-F238E27FC236}">
                  <a16:creationId xmlns:a16="http://schemas.microsoft.com/office/drawing/2014/main" id="{A6D78832-0EB5-13F0-4E6E-847288AD6135}"/>
                </a:ext>
              </a:extLst>
            </p:cNvPr>
            <p:cNvSpPr/>
            <p:nvPr/>
          </p:nvSpPr>
          <p:spPr>
            <a:xfrm>
              <a:off x="7902821" y="4581358"/>
              <a:ext cx="781314" cy="781314"/>
            </a:xfrm>
            <a:prstGeom prst="roundRect">
              <a:avLst>
                <a:gd name="adj" fmla="val 50000"/>
              </a:avLst>
            </a:prstGeom>
            <a:solidFill>
              <a:srgbClr val="00DE7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600" dirty="0"/>
            </a:p>
          </p:txBody>
        </p:sp>
        <p:sp>
          <p:nvSpPr>
            <p:cNvPr id="111" name="Pill 3 – Dark box">
              <a:extLst>
                <a:ext uri="{FF2B5EF4-FFF2-40B4-BE49-F238E27FC236}">
                  <a16:creationId xmlns:a16="http://schemas.microsoft.com/office/drawing/2014/main" id="{4FC72E65-21A9-D320-2454-9EBB73416E4A}"/>
                </a:ext>
              </a:extLst>
            </p:cNvPr>
            <p:cNvSpPr/>
            <p:nvPr/>
          </p:nvSpPr>
          <p:spPr>
            <a:xfrm>
              <a:off x="8003647" y="4666145"/>
              <a:ext cx="601820" cy="601820"/>
            </a:xfrm>
            <a:prstGeom prst="roundRect">
              <a:avLst>
                <a:gd name="adj" fmla="val 50000"/>
              </a:avLst>
            </a:prstGeom>
            <a:solidFill>
              <a:srgbClr val="001B0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pic>
          <p:nvPicPr>
            <p:cNvPr id="112" name="Pill 3 – Icon">
              <a:extLst>
                <a:ext uri="{FF2B5EF4-FFF2-40B4-BE49-F238E27FC236}">
                  <a16:creationId xmlns:a16="http://schemas.microsoft.com/office/drawing/2014/main" id="{8C22AA7B-ADB8-CCAF-4758-EDF78AB5E40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clrChange>
                <a:clrFrom>
                  <a:srgbClr val="133152"/>
                </a:clrFrom>
                <a:clrTo>
                  <a:srgbClr val="133152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085984" y="4803200"/>
              <a:ext cx="437146" cy="360474"/>
            </a:xfrm>
            <a:prstGeom prst="rect">
              <a:avLst/>
            </a:prstGeom>
          </p:spPr>
        </p:pic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26E3D78B-ACD1-4757-5979-5D7879661AE2}"/>
              </a:ext>
            </a:extLst>
          </p:cNvPr>
          <p:cNvSpPr txBox="1">
            <a:spLocks/>
          </p:cNvSpPr>
          <p:nvPr/>
        </p:nvSpPr>
        <p:spPr>
          <a:xfrm>
            <a:off x="925704" y="621152"/>
            <a:ext cx="5698176" cy="13040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600" dirty="0">
                <a:solidFill>
                  <a:srgbClr val="00B050"/>
                </a:solidFill>
                <a:latin typeface="Google Sans Flex SemiBold" panose="020B0503030502040204" pitchFamily="34" charset="0"/>
                <a:ea typeface="Google Sans Flex SemiBold" panose="020B0503030502040204" pitchFamily="34" charset="0"/>
                <a:cs typeface="Google Sans Flex SemiBold" panose="020B0503030502040204" pitchFamily="34" charset="0"/>
              </a:rPr>
              <a:t>One delivery day,  </a:t>
            </a:r>
          </a:p>
          <a:p>
            <a:pPr algn="l"/>
            <a:r>
              <a:rPr lang="en-GB" sz="3600" dirty="0">
                <a:latin typeface="Google Sans Flex Light" panose="020B0503030502040204" pitchFamily="34" charset="0"/>
                <a:ea typeface="Google Sans Flex Light" panose="020B0503030502040204" pitchFamily="34" charset="0"/>
                <a:cs typeface="Google Sans Flex Light" panose="020B0503030502040204" pitchFamily="34" charset="0"/>
              </a:rPr>
              <a:t>One record</a:t>
            </a:r>
            <a:endParaRPr lang="en-US" sz="3600" dirty="0">
              <a:latin typeface="Google Sans Flex Light" panose="020B0503030502040204" pitchFamily="34" charset="0"/>
              <a:ea typeface="Google Sans Flex Light" panose="020B0503030502040204" pitchFamily="34" charset="0"/>
              <a:cs typeface="Google Sans Flex Light" panose="020B050303050204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19C3AE4-8BD5-8F8F-5F20-F63B90845736}"/>
              </a:ext>
            </a:extLst>
          </p:cNvPr>
          <p:cNvSpPr/>
          <p:nvPr/>
        </p:nvSpPr>
        <p:spPr>
          <a:xfrm>
            <a:off x="7122163" y="696778"/>
            <a:ext cx="4373218" cy="5449580"/>
          </a:xfrm>
          <a:prstGeom prst="roundRect">
            <a:avLst>
              <a:gd name="adj" fmla="val 8097"/>
            </a:avLst>
          </a:prstGeom>
          <a:solidFill>
            <a:schemeClr val="bg1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tx1"/>
                </a:gs>
                <a:gs pos="83000">
                  <a:schemeClr val="tx1"/>
                </a:gs>
                <a:gs pos="100000">
                  <a:schemeClr val="bg1"/>
                </a:gs>
              </a:gsLst>
              <a:lin ang="11400000" scaled="0"/>
            </a:gradFill>
          </a:ln>
          <a:effectLst>
            <a:outerShdw blurRad="1270000" dist="177800" dir="4800000" sx="102000" sy="102000" algn="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9DE3247F-AEC3-C966-634F-58E744389E5C}"/>
              </a:ext>
            </a:extLst>
          </p:cNvPr>
          <p:cNvSpPr txBox="1">
            <a:spLocks/>
          </p:cNvSpPr>
          <p:nvPr/>
        </p:nvSpPr>
        <p:spPr>
          <a:xfrm>
            <a:off x="7386148" y="971944"/>
            <a:ext cx="2531560" cy="5358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1800" dirty="0">
                <a:latin typeface="Google Sans Flex SemiBold" panose="020B0503030502040204" pitchFamily="34" charset="0"/>
                <a:ea typeface="Google Sans Flex SemiBold" panose="020B0503030502040204" pitchFamily="34" charset="0"/>
                <a:cs typeface="Google Sans Flex SemiBold" panose="020B0503030502040204" pitchFamily="34" charset="0"/>
              </a:rPr>
              <a:t>Delivery Record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6A85F659-DB30-2447-452C-7045A7F080B9}"/>
              </a:ext>
            </a:extLst>
          </p:cNvPr>
          <p:cNvSpPr txBox="1">
            <a:spLocks/>
          </p:cNvSpPr>
          <p:nvPr/>
        </p:nvSpPr>
        <p:spPr>
          <a:xfrm>
            <a:off x="7386154" y="1275417"/>
            <a:ext cx="3053804" cy="34665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400" dirty="0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Wed 28 Oct · VEH037</a:t>
            </a:r>
            <a:endParaRPr lang="en-GB" sz="1400" dirty="0">
              <a:solidFill>
                <a:srgbClr val="00B050"/>
              </a:solidFill>
              <a:latin typeface="Google Sans Flex" panose="020B0503030502040204" pitchFamily="34" charset="0"/>
              <a:ea typeface="Google Sans Flex" panose="020B0503030502040204" pitchFamily="34" charset="0"/>
              <a:cs typeface="Google Sans Flex" panose="020B0503030502040204" pitchFamily="34" charset="0"/>
            </a:endParaRP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3AF6B71-E75C-2B75-26C3-4D7654C7231A}"/>
              </a:ext>
            </a:extLst>
          </p:cNvPr>
          <p:cNvCxnSpPr>
            <a:cxnSpLocks/>
          </p:cNvCxnSpPr>
          <p:nvPr/>
        </p:nvCxnSpPr>
        <p:spPr>
          <a:xfrm>
            <a:off x="7386148" y="1725434"/>
            <a:ext cx="3569503" cy="0"/>
          </a:xfrm>
          <a:prstGeom prst="line">
            <a:avLst/>
          </a:prstGeom>
          <a:ln w="9525">
            <a:gradFill>
              <a:gsLst>
                <a:gs pos="0">
                  <a:schemeClr val="bg1"/>
                </a:gs>
                <a:gs pos="55000">
                  <a:schemeClr val="tx1"/>
                </a:gs>
                <a:gs pos="83000">
                  <a:schemeClr val="tx1"/>
                </a:gs>
                <a:gs pos="100000">
                  <a:schemeClr val="bg1"/>
                </a:gs>
              </a:gsLst>
              <a:lin ang="6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Group 48">
            <a:extLst>
              <a:ext uri="{FF2B5EF4-FFF2-40B4-BE49-F238E27FC236}">
                <a16:creationId xmlns:a16="http://schemas.microsoft.com/office/drawing/2014/main" id="{0A994D6D-3988-E8EF-F4F1-D8ED6915DE8D}"/>
              </a:ext>
            </a:extLst>
          </p:cNvPr>
          <p:cNvGrpSpPr/>
          <p:nvPr/>
        </p:nvGrpSpPr>
        <p:grpSpPr>
          <a:xfrm>
            <a:off x="7384196" y="1924807"/>
            <a:ext cx="3833622" cy="921761"/>
            <a:chOff x="7642795" y="1924807"/>
            <a:chExt cx="3833622" cy="921761"/>
          </a:xfrm>
        </p:grpSpPr>
        <p:sp>
          <p:nvSpPr>
            <p:cNvPr id="22" name="Title 1">
              <a:extLst>
                <a:ext uri="{FF2B5EF4-FFF2-40B4-BE49-F238E27FC236}">
                  <a16:creationId xmlns:a16="http://schemas.microsoft.com/office/drawing/2014/main" id="{3B41A97A-7622-1389-6A05-C2F9E6726B16}"/>
                </a:ext>
              </a:extLst>
            </p:cNvPr>
            <p:cNvSpPr txBox="1">
              <a:spLocks/>
            </p:cNvSpPr>
            <p:nvPr/>
          </p:nvSpPr>
          <p:spPr>
            <a:xfrm>
              <a:off x="7668270" y="1924807"/>
              <a:ext cx="1153447" cy="335174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 lnSpcReduction="100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GB" sz="1800" dirty="0">
                  <a:latin typeface="Google Sans Flex SemiBold" panose="020B0503030502040204" pitchFamily="34" charset="0"/>
                  <a:ea typeface="Google Sans Flex SemiBold" panose="020B0503030502040204" pitchFamily="34" charset="0"/>
                  <a:cs typeface="Google Sans Flex SemiBold" panose="020B0503030502040204" pitchFamily="34" charset="0"/>
                </a:rPr>
                <a:t>4:00 PM</a:t>
              </a:r>
            </a:p>
          </p:txBody>
        </p:sp>
        <p:sp>
          <p:nvSpPr>
            <p:cNvPr id="28" name="Title 1">
              <a:extLst>
                <a:ext uri="{FF2B5EF4-FFF2-40B4-BE49-F238E27FC236}">
                  <a16:creationId xmlns:a16="http://schemas.microsoft.com/office/drawing/2014/main" id="{8E98C30A-C946-989A-1991-51ABB95456AF}"/>
                </a:ext>
              </a:extLst>
            </p:cNvPr>
            <p:cNvSpPr txBox="1">
              <a:spLocks/>
            </p:cNvSpPr>
            <p:nvPr/>
          </p:nvSpPr>
          <p:spPr>
            <a:xfrm>
              <a:off x="8782914" y="2259980"/>
              <a:ext cx="2693503" cy="586588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1400" dirty="0">
                  <a:latin typeface="Google Sans Flex" panose="020B0503030502040204" pitchFamily="34" charset="0"/>
                  <a:ea typeface="Google Sans Flex" panose="020B0503030502040204" pitchFamily="34" charset="0"/>
                  <a:cs typeface="Google Sans Flex" panose="020B0503030502040204" pitchFamily="34" charset="0"/>
                </a:rPr>
                <a:t>Plan ready in seconds · every waiting order explained</a:t>
              </a:r>
            </a:p>
          </p:txBody>
        </p:sp>
        <p:sp>
          <p:nvSpPr>
            <p:cNvPr id="30" name="Title 1">
              <a:extLst>
                <a:ext uri="{FF2B5EF4-FFF2-40B4-BE49-F238E27FC236}">
                  <a16:creationId xmlns:a16="http://schemas.microsoft.com/office/drawing/2014/main" id="{5EB4D44B-470C-F98E-F239-C47CF7D99294}"/>
                </a:ext>
              </a:extLst>
            </p:cNvPr>
            <p:cNvSpPr txBox="1">
              <a:spLocks/>
            </p:cNvSpPr>
            <p:nvPr/>
          </p:nvSpPr>
          <p:spPr>
            <a:xfrm>
              <a:off x="8782914" y="1924807"/>
              <a:ext cx="1855931" cy="335174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 lnSpcReduction="100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GB" sz="1800" dirty="0">
                  <a:latin typeface="Google Sans Flex SemiBold" panose="020B0503030502040204" pitchFamily="34" charset="0"/>
                  <a:ea typeface="Google Sans Flex SemiBold" panose="020B0503030502040204" pitchFamily="34" charset="0"/>
                  <a:cs typeface="Google Sans Flex SemiBold" panose="020B0503030502040204" pitchFamily="34" charset="0"/>
                </a:rPr>
                <a:t>Dispatcher</a:t>
              </a:r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88E25747-D68C-AE55-7E59-CB8983A9665E}"/>
                </a:ext>
              </a:extLst>
            </p:cNvPr>
            <p:cNvCxnSpPr>
              <a:cxnSpLocks/>
            </p:cNvCxnSpPr>
            <p:nvPr/>
          </p:nvCxnSpPr>
          <p:spPr>
            <a:xfrm>
              <a:off x="7642795" y="2846568"/>
              <a:ext cx="3569503" cy="0"/>
            </a:xfrm>
            <a:prstGeom prst="line">
              <a:avLst/>
            </a:prstGeom>
            <a:ln w="9525">
              <a:gradFill>
                <a:gsLst>
                  <a:gs pos="0">
                    <a:schemeClr val="bg1"/>
                  </a:gs>
                  <a:gs pos="55000">
                    <a:schemeClr val="tx1"/>
                  </a:gs>
                  <a:gs pos="83000">
                    <a:schemeClr val="tx1"/>
                  </a:gs>
                  <a:gs pos="100000">
                    <a:schemeClr val="bg1"/>
                  </a:gs>
                </a:gsLst>
                <a:lin ang="6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4A21D419-8FBD-39C0-F138-580C3D6038B6}"/>
              </a:ext>
            </a:extLst>
          </p:cNvPr>
          <p:cNvGrpSpPr/>
          <p:nvPr/>
        </p:nvGrpSpPr>
        <p:grpSpPr>
          <a:xfrm>
            <a:off x="7384196" y="2977187"/>
            <a:ext cx="3833622" cy="921761"/>
            <a:chOff x="7642795" y="1924807"/>
            <a:chExt cx="3833622" cy="921761"/>
          </a:xfrm>
        </p:grpSpPr>
        <p:sp>
          <p:nvSpPr>
            <p:cNvPr id="51" name="Title 1">
              <a:extLst>
                <a:ext uri="{FF2B5EF4-FFF2-40B4-BE49-F238E27FC236}">
                  <a16:creationId xmlns:a16="http://schemas.microsoft.com/office/drawing/2014/main" id="{E5766F46-9C58-AD5C-724F-500257846078}"/>
                </a:ext>
              </a:extLst>
            </p:cNvPr>
            <p:cNvSpPr txBox="1">
              <a:spLocks/>
            </p:cNvSpPr>
            <p:nvPr/>
          </p:nvSpPr>
          <p:spPr>
            <a:xfrm>
              <a:off x="7668270" y="1924807"/>
              <a:ext cx="1153447" cy="335174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 lnSpcReduction="100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GB" sz="1800" dirty="0">
                  <a:latin typeface="Google Sans Flex SemiBold" panose="020B0503030502040204" pitchFamily="34" charset="0"/>
                  <a:ea typeface="Google Sans Flex SemiBold" panose="020B0503030502040204" pitchFamily="34" charset="0"/>
                  <a:cs typeface="Google Sans Flex SemiBold" panose="020B0503030502040204" pitchFamily="34" charset="0"/>
                </a:rPr>
                <a:t>3:13  AM</a:t>
              </a:r>
            </a:p>
          </p:txBody>
        </p:sp>
        <p:sp>
          <p:nvSpPr>
            <p:cNvPr id="52" name="Title 1">
              <a:extLst>
                <a:ext uri="{FF2B5EF4-FFF2-40B4-BE49-F238E27FC236}">
                  <a16:creationId xmlns:a16="http://schemas.microsoft.com/office/drawing/2014/main" id="{038C304E-2F20-A3B5-CB67-52A4E8A76A7A}"/>
                </a:ext>
              </a:extLst>
            </p:cNvPr>
            <p:cNvSpPr txBox="1">
              <a:spLocks/>
            </p:cNvSpPr>
            <p:nvPr/>
          </p:nvSpPr>
          <p:spPr>
            <a:xfrm>
              <a:off x="8782914" y="2259980"/>
              <a:ext cx="2693503" cy="586588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1400" dirty="0">
                  <a:latin typeface="Google Sans Flex" panose="020B0503030502040204" pitchFamily="34" charset="0"/>
                  <a:ea typeface="Google Sans Flex" panose="020B0503030502040204" pitchFamily="34" charset="0"/>
                  <a:cs typeface="Google Sans Flex" panose="020B0503030502040204" pitchFamily="34" charset="0"/>
                </a:rPr>
                <a:t>Last stop loaded first · damage flagged before departure</a:t>
              </a:r>
            </a:p>
          </p:txBody>
        </p:sp>
        <p:sp>
          <p:nvSpPr>
            <p:cNvPr id="53" name="Title 1">
              <a:extLst>
                <a:ext uri="{FF2B5EF4-FFF2-40B4-BE49-F238E27FC236}">
                  <a16:creationId xmlns:a16="http://schemas.microsoft.com/office/drawing/2014/main" id="{DA2DA50E-CFD5-EE49-5212-A6AB7551D3B1}"/>
                </a:ext>
              </a:extLst>
            </p:cNvPr>
            <p:cNvSpPr txBox="1">
              <a:spLocks/>
            </p:cNvSpPr>
            <p:nvPr/>
          </p:nvSpPr>
          <p:spPr>
            <a:xfrm>
              <a:off x="8782914" y="1924807"/>
              <a:ext cx="1855931" cy="335174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 lnSpcReduction="100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GB" sz="1800" dirty="0">
                  <a:latin typeface="Google Sans Flex SemiBold" panose="020B0503030502040204" pitchFamily="34" charset="0"/>
                  <a:ea typeface="Google Sans Flex SemiBold" panose="020B0503030502040204" pitchFamily="34" charset="0"/>
                  <a:cs typeface="Google Sans Flex SemiBold" panose="020B0503030502040204" pitchFamily="34" charset="0"/>
                </a:rPr>
                <a:t>Loader</a:t>
              </a:r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BAC9043F-B785-6E37-45AC-7DBF055C171B}"/>
                </a:ext>
              </a:extLst>
            </p:cNvPr>
            <p:cNvCxnSpPr>
              <a:cxnSpLocks/>
            </p:cNvCxnSpPr>
            <p:nvPr/>
          </p:nvCxnSpPr>
          <p:spPr>
            <a:xfrm>
              <a:off x="7642795" y="2846568"/>
              <a:ext cx="3569503" cy="0"/>
            </a:xfrm>
            <a:prstGeom prst="line">
              <a:avLst/>
            </a:prstGeom>
            <a:ln w="9525">
              <a:gradFill>
                <a:gsLst>
                  <a:gs pos="0">
                    <a:schemeClr val="bg1"/>
                  </a:gs>
                  <a:gs pos="55000">
                    <a:schemeClr val="tx1"/>
                  </a:gs>
                  <a:gs pos="83000">
                    <a:schemeClr val="tx1"/>
                  </a:gs>
                  <a:gs pos="100000">
                    <a:schemeClr val="bg1"/>
                  </a:gs>
                </a:gsLst>
                <a:lin ang="6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AF4CA24F-CC22-6ED5-B8B6-6F15CAB28E05}"/>
              </a:ext>
            </a:extLst>
          </p:cNvPr>
          <p:cNvGrpSpPr/>
          <p:nvPr/>
        </p:nvGrpSpPr>
        <p:grpSpPr>
          <a:xfrm>
            <a:off x="7384196" y="4029567"/>
            <a:ext cx="3833622" cy="921761"/>
            <a:chOff x="7642795" y="1924807"/>
            <a:chExt cx="3833622" cy="921761"/>
          </a:xfrm>
        </p:grpSpPr>
        <p:sp>
          <p:nvSpPr>
            <p:cNvPr id="56" name="Title 1">
              <a:extLst>
                <a:ext uri="{FF2B5EF4-FFF2-40B4-BE49-F238E27FC236}">
                  <a16:creationId xmlns:a16="http://schemas.microsoft.com/office/drawing/2014/main" id="{CB172817-6066-72B6-BBE4-8A5F34AD0557}"/>
                </a:ext>
              </a:extLst>
            </p:cNvPr>
            <p:cNvSpPr txBox="1">
              <a:spLocks/>
            </p:cNvSpPr>
            <p:nvPr/>
          </p:nvSpPr>
          <p:spPr>
            <a:xfrm>
              <a:off x="7668270" y="1924807"/>
              <a:ext cx="1153447" cy="335174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 lnSpcReduction="100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GB" sz="1800" dirty="0">
                  <a:latin typeface="Google Sans Flex SemiBold" panose="020B0503030502040204" pitchFamily="34" charset="0"/>
                  <a:ea typeface="Google Sans Flex SemiBold" panose="020B0503030502040204" pitchFamily="34" charset="0"/>
                  <a:cs typeface="Google Sans Flex SemiBold" panose="020B0503030502040204" pitchFamily="34" charset="0"/>
                </a:rPr>
                <a:t>4:00 AM</a:t>
              </a:r>
            </a:p>
          </p:txBody>
        </p:sp>
        <p:sp>
          <p:nvSpPr>
            <p:cNvPr id="57" name="Title 1">
              <a:extLst>
                <a:ext uri="{FF2B5EF4-FFF2-40B4-BE49-F238E27FC236}">
                  <a16:creationId xmlns:a16="http://schemas.microsoft.com/office/drawing/2014/main" id="{D53957BC-873D-6798-7F85-ED8C7DADAF29}"/>
                </a:ext>
              </a:extLst>
            </p:cNvPr>
            <p:cNvSpPr txBox="1">
              <a:spLocks/>
            </p:cNvSpPr>
            <p:nvPr/>
          </p:nvSpPr>
          <p:spPr>
            <a:xfrm>
              <a:off x="8782914" y="2259980"/>
              <a:ext cx="2693503" cy="586588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1400" dirty="0">
                  <a:latin typeface="Google Sans Flex" panose="020B0503030502040204" pitchFamily="34" charset="0"/>
                  <a:ea typeface="Google Sans Flex" panose="020B0503030502040204" pitchFamily="34" charset="0"/>
                  <a:cs typeface="Google Sans Flex" panose="020B0503030502040204" pitchFamily="34" charset="0"/>
                </a:rPr>
                <a:t>Next stop on the phone  ·  handover saved offline</a:t>
              </a:r>
            </a:p>
          </p:txBody>
        </p:sp>
        <p:sp>
          <p:nvSpPr>
            <p:cNvPr id="58" name="Title 1">
              <a:extLst>
                <a:ext uri="{FF2B5EF4-FFF2-40B4-BE49-F238E27FC236}">
                  <a16:creationId xmlns:a16="http://schemas.microsoft.com/office/drawing/2014/main" id="{11BA0671-11E5-354A-348E-ECC6B4CA2133}"/>
                </a:ext>
              </a:extLst>
            </p:cNvPr>
            <p:cNvSpPr txBox="1">
              <a:spLocks/>
            </p:cNvSpPr>
            <p:nvPr/>
          </p:nvSpPr>
          <p:spPr>
            <a:xfrm>
              <a:off x="8782914" y="1924807"/>
              <a:ext cx="1855931" cy="335174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 lnSpcReduction="100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GB" sz="1800" dirty="0">
                  <a:latin typeface="Google Sans Flex SemiBold" panose="020B0503030502040204" pitchFamily="34" charset="0"/>
                  <a:ea typeface="Google Sans Flex SemiBold" panose="020B0503030502040204" pitchFamily="34" charset="0"/>
                  <a:cs typeface="Google Sans Flex SemiBold" panose="020B0503030502040204" pitchFamily="34" charset="0"/>
                </a:rPr>
                <a:t>Driver</a:t>
              </a:r>
            </a:p>
          </p:txBody>
        </p: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2D00D77B-EDE1-50D1-B31D-5DD55E5FFBBD}"/>
                </a:ext>
              </a:extLst>
            </p:cNvPr>
            <p:cNvCxnSpPr>
              <a:cxnSpLocks/>
            </p:cNvCxnSpPr>
            <p:nvPr/>
          </p:nvCxnSpPr>
          <p:spPr>
            <a:xfrm>
              <a:off x="7642795" y="2846568"/>
              <a:ext cx="3569503" cy="0"/>
            </a:xfrm>
            <a:prstGeom prst="line">
              <a:avLst/>
            </a:prstGeom>
            <a:ln w="9525">
              <a:gradFill>
                <a:gsLst>
                  <a:gs pos="0">
                    <a:schemeClr val="bg1"/>
                  </a:gs>
                  <a:gs pos="55000">
                    <a:schemeClr val="tx1"/>
                  </a:gs>
                  <a:gs pos="83000">
                    <a:schemeClr val="tx1"/>
                  </a:gs>
                  <a:gs pos="100000">
                    <a:schemeClr val="bg1"/>
                  </a:gs>
                </a:gsLst>
                <a:lin ang="6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4F97CD2B-DCDC-6E25-59D6-5C285B61EED4}"/>
              </a:ext>
            </a:extLst>
          </p:cNvPr>
          <p:cNvGrpSpPr/>
          <p:nvPr/>
        </p:nvGrpSpPr>
        <p:grpSpPr>
          <a:xfrm>
            <a:off x="7409671" y="5081947"/>
            <a:ext cx="3808147" cy="921761"/>
            <a:chOff x="7668270" y="1924807"/>
            <a:chExt cx="3808147" cy="921761"/>
          </a:xfrm>
        </p:grpSpPr>
        <p:sp>
          <p:nvSpPr>
            <p:cNvPr id="61" name="Title 1">
              <a:extLst>
                <a:ext uri="{FF2B5EF4-FFF2-40B4-BE49-F238E27FC236}">
                  <a16:creationId xmlns:a16="http://schemas.microsoft.com/office/drawing/2014/main" id="{3CA9F310-2989-BE52-F0E6-94F95D5D61B9}"/>
                </a:ext>
              </a:extLst>
            </p:cNvPr>
            <p:cNvSpPr txBox="1">
              <a:spLocks/>
            </p:cNvSpPr>
            <p:nvPr/>
          </p:nvSpPr>
          <p:spPr>
            <a:xfrm>
              <a:off x="7668270" y="1924807"/>
              <a:ext cx="1153447" cy="335174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 lnSpcReduction="100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GB" sz="1800" dirty="0">
                  <a:latin typeface="Google Sans Flex SemiBold" panose="020B0503030502040204" pitchFamily="34" charset="0"/>
                  <a:ea typeface="Google Sans Flex SemiBold" panose="020B0503030502040204" pitchFamily="34" charset="0"/>
                  <a:cs typeface="Google Sans Flex SemiBold" panose="020B0503030502040204" pitchFamily="34" charset="0"/>
                </a:rPr>
                <a:t>5:48 AM</a:t>
              </a:r>
            </a:p>
          </p:txBody>
        </p:sp>
        <p:sp>
          <p:nvSpPr>
            <p:cNvPr id="62" name="Title 1">
              <a:extLst>
                <a:ext uri="{FF2B5EF4-FFF2-40B4-BE49-F238E27FC236}">
                  <a16:creationId xmlns:a16="http://schemas.microsoft.com/office/drawing/2014/main" id="{94996A65-E558-4DC8-6F07-4B3119295A70}"/>
                </a:ext>
              </a:extLst>
            </p:cNvPr>
            <p:cNvSpPr txBox="1">
              <a:spLocks/>
            </p:cNvSpPr>
            <p:nvPr/>
          </p:nvSpPr>
          <p:spPr>
            <a:xfrm>
              <a:off x="8782914" y="2259980"/>
              <a:ext cx="2693503" cy="586588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1400" dirty="0">
                  <a:latin typeface="Google Sans Flex" panose="020B0503030502040204" pitchFamily="34" charset="0"/>
                  <a:ea typeface="Google Sans Flex" panose="020B0503030502040204" pitchFamily="34" charset="0"/>
                  <a:cs typeface="Google Sans Flex" panose="020B0503030502040204" pitchFamily="34" charset="0"/>
                </a:rPr>
                <a:t>Received and confirmed with a one-time PIN</a:t>
              </a:r>
            </a:p>
          </p:txBody>
        </p:sp>
        <p:sp>
          <p:nvSpPr>
            <p:cNvPr id="63" name="Title 1">
              <a:extLst>
                <a:ext uri="{FF2B5EF4-FFF2-40B4-BE49-F238E27FC236}">
                  <a16:creationId xmlns:a16="http://schemas.microsoft.com/office/drawing/2014/main" id="{CC4B0592-C271-2B95-0CFB-D71F0E501B15}"/>
                </a:ext>
              </a:extLst>
            </p:cNvPr>
            <p:cNvSpPr txBox="1">
              <a:spLocks/>
            </p:cNvSpPr>
            <p:nvPr/>
          </p:nvSpPr>
          <p:spPr>
            <a:xfrm>
              <a:off x="8782914" y="1924807"/>
              <a:ext cx="1855931" cy="335174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 lnSpcReduction="100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GB" sz="1800" dirty="0">
                  <a:latin typeface="Google Sans Flex SemiBold" panose="020B0503030502040204" pitchFamily="34" charset="0"/>
                  <a:ea typeface="Google Sans Flex SemiBold" panose="020B0503030502040204" pitchFamily="34" charset="0"/>
                  <a:cs typeface="Google Sans Flex SemiBold" panose="020B0503030502040204" pitchFamily="34" charset="0"/>
                </a:rPr>
                <a:t>Store Manager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665066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DCDA2-9AFA-FAC7-5D8A-B7B4C9E62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roup 124">
            <a:extLst>
              <a:ext uri="{FF2B5EF4-FFF2-40B4-BE49-F238E27FC236}">
                <a16:creationId xmlns:a16="http://schemas.microsoft.com/office/drawing/2014/main" id="{4058292F-1E60-511D-D43A-F4418E4402F9}"/>
              </a:ext>
            </a:extLst>
          </p:cNvPr>
          <p:cNvGrpSpPr/>
          <p:nvPr/>
        </p:nvGrpSpPr>
        <p:grpSpPr>
          <a:xfrm>
            <a:off x="925704" y="720008"/>
            <a:ext cx="10313760" cy="5222887"/>
            <a:chOff x="925704" y="720008"/>
            <a:chExt cx="10313760" cy="5222887"/>
          </a:xfrm>
        </p:grpSpPr>
        <p:sp>
          <p:nvSpPr>
            <p:cNvPr id="4" name="Title 1">
              <a:extLst>
                <a:ext uri="{FF2B5EF4-FFF2-40B4-BE49-F238E27FC236}">
                  <a16:creationId xmlns:a16="http://schemas.microsoft.com/office/drawing/2014/main" id="{D3D2F316-7BE5-1616-BDC6-35082386D884}"/>
                </a:ext>
              </a:extLst>
            </p:cNvPr>
            <p:cNvSpPr txBox="1">
              <a:spLocks/>
            </p:cNvSpPr>
            <p:nvPr/>
          </p:nvSpPr>
          <p:spPr>
            <a:xfrm>
              <a:off x="925704" y="720008"/>
              <a:ext cx="7073308" cy="750448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3600" dirty="0">
                  <a:solidFill>
                    <a:srgbClr val="00B050"/>
                  </a:solidFill>
                  <a:latin typeface="Google Sans Flex SemiBold" panose="020B0503030502040204" pitchFamily="34" charset="0"/>
                  <a:ea typeface="Google Sans Flex SemiBold" panose="020B0503030502040204" pitchFamily="34" charset="0"/>
                  <a:cs typeface="Google Sans Flex SemiBold" panose="020B0503030502040204" pitchFamily="34" charset="0"/>
                </a:rPr>
                <a:t>Built to run</a:t>
              </a:r>
              <a:r>
                <a:rPr lang="en-GB" sz="3600" dirty="0">
                  <a:solidFill>
                    <a:srgbClr val="00B050"/>
                  </a:solidFill>
                  <a:latin typeface="Google Sans Flex SemiBold" panose="020B0503030502040204" pitchFamily="34" charset="0"/>
                  <a:ea typeface="Google Sans Flex SemiBold" panose="020B0503030502040204" pitchFamily="34" charset="0"/>
                  <a:cs typeface="Google Sans Flex SemiBold" panose="020B0503030502040204" pitchFamily="34" charset="0"/>
                </a:rPr>
                <a:t>, </a:t>
              </a:r>
              <a:r>
                <a:rPr lang="en-US" sz="3600" dirty="0">
                  <a:latin typeface="Google Sans Flex Light" panose="020B0503030502040204" pitchFamily="34" charset="0"/>
                  <a:ea typeface="Google Sans Flex Light" panose="020B0503030502040204" pitchFamily="34" charset="0"/>
                  <a:cs typeface="Google Sans Flex Light" panose="020B0503030502040204" pitchFamily="34" charset="0"/>
                </a:rPr>
                <a:t>not just to demo</a:t>
              </a:r>
            </a:p>
          </p:txBody>
        </p:sp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CCC2CA0B-0937-B99F-17A1-306F310AAFD3}"/>
                </a:ext>
              </a:extLst>
            </p:cNvPr>
            <p:cNvSpPr/>
            <p:nvPr/>
          </p:nvSpPr>
          <p:spPr>
            <a:xfrm>
              <a:off x="952536" y="1597846"/>
              <a:ext cx="2267742" cy="2754958"/>
            </a:xfrm>
            <a:prstGeom prst="roundRect">
              <a:avLst>
                <a:gd name="adj" fmla="val 8097"/>
              </a:avLst>
            </a:prstGeom>
            <a:solidFill>
              <a:schemeClr val="bg1"/>
            </a:solidFill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tx1"/>
                  </a:gs>
                  <a:gs pos="83000">
                    <a:schemeClr val="tx1"/>
                  </a:gs>
                  <a:gs pos="100000">
                    <a:schemeClr val="bg1"/>
                  </a:gs>
                </a:gsLst>
                <a:lin ang="11400000" scaled="0"/>
              </a:gradFill>
            </a:ln>
            <a:effectLst>
              <a:outerShdw blurRad="1270000" dist="177800" dir="4800000" sx="102000" sy="102000" algn="l" rotWithShape="0">
                <a:prstClr val="black">
                  <a:alpha val="1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9100975D-0DCC-C08A-DCFC-F980F1A39C9D}"/>
                </a:ext>
              </a:extLst>
            </p:cNvPr>
            <p:cNvSpPr/>
            <p:nvPr/>
          </p:nvSpPr>
          <p:spPr>
            <a:xfrm>
              <a:off x="3625598" y="1597846"/>
              <a:ext cx="2267742" cy="2754958"/>
            </a:xfrm>
            <a:prstGeom prst="roundRect">
              <a:avLst>
                <a:gd name="adj" fmla="val 8097"/>
              </a:avLst>
            </a:prstGeom>
            <a:solidFill>
              <a:schemeClr val="bg1"/>
            </a:solidFill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tx1"/>
                  </a:gs>
                  <a:gs pos="83000">
                    <a:schemeClr val="tx1"/>
                  </a:gs>
                  <a:gs pos="100000">
                    <a:schemeClr val="bg1"/>
                  </a:gs>
                </a:gsLst>
                <a:lin ang="11400000" scaled="0"/>
              </a:gradFill>
            </a:ln>
            <a:effectLst>
              <a:outerShdw blurRad="1270000" dist="177800" dir="4800000" sx="102000" sy="102000" algn="l" rotWithShape="0">
                <a:prstClr val="black">
                  <a:alpha val="1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7AE100B2-49B9-291B-D2CE-FDB37E668647}"/>
                </a:ext>
              </a:extLst>
            </p:cNvPr>
            <p:cNvSpPr/>
            <p:nvPr/>
          </p:nvSpPr>
          <p:spPr>
            <a:xfrm>
              <a:off x="6298660" y="1597846"/>
              <a:ext cx="2267742" cy="2754958"/>
            </a:xfrm>
            <a:prstGeom prst="roundRect">
              <a:avLst>
                <a:gd name="adj" fmla="val 8097"/>
              </a:avLst>
            </a:prstGeom>
            <a:solidFill>
              <a:schemeClr val="bg1"/>
            </a:solidFill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tx1"/>
                  </a:gs>
                  <a:gs pos="83000">
                    <a:schemeClr val="tx1"/>
                  </a:gs>
                  <a:gs pos="100000">
                    <a:schemeClr val="bg1"/>
                  </a:gs>
                </a:gsLst>
                <a:lin ang="11400000" scaled="0"/>
              </a:gradFill>
            </a:ln>
            <a:effectLst>
              <a:outerShdw blurRad="1270000" dist="177800" dir="4800000" sx="102000" sy="102000" algn="l" rotWithShape="0">
                <a:prstClr val="black">
                  <a:alpha val="1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8A7F3F65-AE3C-91BF-2E6D-926604611B3F}"/>
                </a:ext>
              </a:extLst>
            </p:cNvPr>
            <p:cNvSpPr/>
            <p:nvPr/>
          </p:nvSpPr>
          <p:spPr>
            <a:xfrm>
              <a:off x="8971722" y="1597846"/>
              <a:ext cx="2267742" cy="2754958"/>
            </a:xfrm>
            <a:prstGeom prst="roundRect">
              <a:avLst>
                <a:gd name="adj" fmla="val 8097"/>
              </a:avLst>
            </a:prstGeom>
            <a:solidFill>
              <a:schemeClr val="bg1"/>
            </a:solidFill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tx1"/>
                  </a:gs>
                  <a:gs pos="83000">
                    <a:schemeClr val="tx1"/>
                  </a:gs>
                  <a:gs pos="100000">
                    <a:schemeClr val="bg1"/>
                  </a:gs>
                </a:gsLst>
                <a:lin ang="11400000" scaled="0"/>
              </a:gradFill>
            </a:ln>
            <a:effectLst>
              <a:outerShdw blurRad="1270000" dist="177800" dir="4800000" sx="102000" sy="102000" algn="l" rotWithShape="0">
                <a:prstClr val="black">
                  <a:alpha val="1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Title 1">
              <a:extLst>
                <a:ext uri="{FF2B5EF4-FFF2-40B4-BE49-F238E27FC236}">
                  <a16:creationId xmlns:a16="http://schemas.microsoft.com/office/drawing/2014/main" id="{A20E44C4-2CE0-EEC7-42CA-06FF7D827E6F}"/>
                </a:ext>
              </a:extLst>
            </p:cNvPr>
            <p:cNvSpPr txBox="1">
              <a:spLocks/>
            </p:cNvSpPr>
            <p:nvPr/>
          </p:nvSpPr>
          <p:spPr>
            <a:xfrm>
              <a:off x="1057932" y="1772609"/>
              <a:ext cx="1489688" cy="438912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GB" sz="1800" dirty="0">
                  <a:latin typeface="Google Sans Flex SemiBold" panose="020B0503030502040204" pitchFamily="34" charset="0"/>
                  <a:ea typeface="Google Sans Flex SemiBold" panose="020B0503030502040204" pitchFamily="34" charset="0"/>
                  <a:cs typeface="Google Sans Flex SemiBold" panose="020B0503030502040204" pitchFamily="34" charset="0"/>
                </a:rPr>
                <a:t>Four roles</a:t>
              </a:r>
            </a:p>
          </p:txBody>
        </p: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CC360A45-5196-5215-3D45-C72928EA3229}"/>
                </a:ext>
              </a:extLst>
            </p:cNvPr>
            <p:cNvCxnSpPr>
              <a:cxnSpLocks/>
            </p:cNvCxnSpPr>
            <p:nvPr/>
          </p:nvCxnSpPr>
          <p:spPr>
            <a:xfrm>
              <a:off x="1027795" y="2195614"/>
              <a:ext cx="2061276" cy="0"/>
            </a:xfrm>
            <a:prstGeom prst="line">
              <a:avLst/>
            </a:prstGeom>
            <a:ln w="9525">
              <a:gradFill>
                <a:gsLst>
                  <a:gs pos="0">
                    <a:schemeClr val="bg1"/>
                  </a:gs>
                  <a:gs pos="55000">
                    <a:schemeClr val="tx1"/>
                  </a:gs>
                  <a:gs pos="83000">
                    <a:schemeClr val="tx1"/>
                  </a:gs>
                  <a:gs pos="100000">
                    <a:schemeClr val="bg1"/>
                  </a:gs>
                </a:gsLst>
                <a:lin ang="6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itle 1">
              <a:extLst>
                <a:ext uri="{FF2B5EF4-FFF2-40B4-BE49-F238E27FC236}">
                  <a16:creationId xmlns:a16="http://schemas.microsoft.com/office/drawing/2014/main" id="{59A02D00-9120-FDBC-8B27-5EE3A1509378}"/>
                </a:ext>
              </a:extLst>
            </p:cNvPr>
            <p:cNvSpPr txBox="1">
              <a:spLocks/>
            </p:cNvSpPr>
            <p:nvPr/>
          </p:nvSpPr>
          <p:spPr>
            <a:xfrm>
              <a:off x="1056322" y="2281657"/>
              <a:ext cx="2016847" cy="512690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1400" dirty="0">
                  <a:latin typeface="Google Sans Flex" panose="020B0503030502040204" pitchFamily="34" charset="0"/>
                  <a:ea typeface="Google Sans Flex" panose="020B0503030502040204" pitchFamily="34" charset="0"/>
                  <a:cs typeface="Google Sans Flex" panose="020B0503030502040204" pitchFamily="34" charset="0"/>
                </a:rPr>
                <a:t>Store manager · Phone or Desktop</a:t>
              </a:r>
            </a:p>
          </p:txBody>
        </p: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CE5AF81D-1FCE-C8D1-A02F-AD56F31FE85F}"/>
                </a:ext>
              </a:extLst>
            </p:cNvPr>
            <p:cNvCxnSpPr>
              <a:cxnSpLocks/>
            </p:cNvCxnSpPr>
            <p:nvPr/>
          </p:nvCxnSpPr>
          <p:spPr>
            <a:xfrm>
              <a:off x="1027795" y="2788671"/>
              <a:ext cx="2061276" cy="0"/>
            </a:xfrm>
            <a:prstGeom prst="line">
              <a:avLst/>
            </a:prstGeom>
            <a:ln w="9525">
              <a:gradFill>
                <a:gsLst>
                  <a:gs pos="0">
                    <a:schemeClr val="bg1"/>
                  </a:gs>
                  <a:gs pos="55000">
                    <a:schemeClr val="tx1"/>
                  </a:gs>
                  <a:gs pos="83000">
                    <a:schemeClr val="tx1"/>
                  </a:gs>
                  <a:gs pos="100000">
                    <a:schemeClr val="bg1"/>
                  </a:gs>
                </a:gsLst>
                <a:lin ang="6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Title 1">
              <a:extLst>
                <a:ext uri="{FF2B5EF4-FFF2-40B4-BE49-F238E27FC236}">
                  <a16:creationId xmlns:a16="http://schemas.microsoft.com/office/drawing/2014/main" id="{1AC914A9-7D01-DA0D-B7AD-E740E3517F9E}"/>
                </a:ext>
              </a:extLst>
            </p:cNvPr>
            <p:cNvSpPr txBox="1">
              <a:spLocks/>
            </p:cNvSpPr>
            <p:nvPr/>
          </p:nvSpPr>
          <p:spPr>
            <a:xfrm>
              <a:off x="1056322" y="2874714"/>
              <a:ext cx="2016847" cy="388758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1400" dirty="0">
                  <a:latin typeface="Google Sans Flex" panose="020B0503030502040204" pitchFamily="34" charset="0"/>
                  <a:ea typeface="Google Sans Flex" panose="020B0503030502040204" pitchFamily="34" charset="0"/>
                  <a:cs typeface="Google Sans Flex" panose="020B0503030502040204" pitchFamily="34" charset="0"/>
                </a:rPr>
                <a:t>Dispatcher · Desktop</a:t>
              </a:r>
            </a:p>
          </p:txBody>
        </p: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ECCB3849-6567-ECD9-7AF3-D1DA81776A1B}"/>
                </a:ext>
              </a:extLst>
            </p:cNvPr>
            <p:cNvCxnSpPr>
              <a:cxnSpLocks/>
            </p:cNvCxnSpPr>
            <p:nvPr/>
          </p:nvCxnSpPr>
          <p:spPr>
            <a:xfrm>
              <a:off x="1027795" y="3205837"/>
              <a:ext cx="2061276" cy="0"/>
            </a:xfrm>
            <a:prstGeom prst="line">
              <a:avLst/>
            </a:prstGeom>
            <a:ln w="9525">
              <a:gradFill>
                <a:gsLst>
                  <a:gs pos="0">
                    <a:schemeClr val="bg1"/>
                  </a:gs>
                  <a:gs pos="55000">
                    <a:schemeClr val="tx1"/>
                  </a:gs>
                  <a:gs pos="83000">
                    <a:schemeClr val="tx1"/>
                  </a:gs>
                  <a:gs pos="100000">
                    <a:schemeClr val="bg1"/>
                  </a:gs>
                </a:gsLst>
                <a:lin ang="6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itle 1">
              <a:extLst>
                <a:ext uri="{FF2B5EF4-FFF2-40B4-BE49-F238E27FC236}">
                  <a16:creationId xmlns:a16="http://schemas.microsoft.com/office/drawing/2014/main" id="{1A9F556E-1F6B-8797-EA00-0B996F389C2E}"/>
                </a:ext>
              </a:extLst>
            </p:cNvPr>
            <p:cNvSpPr txBox="1">
              <a:spLocks/>
            </p:cNvSpPr>
            <p:nvPr/>
          </p:nvSpPr>
          <p:spPr>
            <a:xfrm>
              <a:off x="1056322" y="3291880"/>
              <a:ext cx="2016847" cy="337352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1400" dirty="0">
                  <a:latin typeface="Google Sans Flex" panose="020B0503030502040204" pitchFamily="34" charset="0"/>
                  <a:ea typeface="Google Sans Flex" panose="020B0503030502040204" pitchFamily="34" charset="0"/>
                  <a:cs typeface="Google Sans Flex" panose="020B0503030502040204" pitchFamily="34" charset="0"/>
                </a:rPr>
                <a:t>Loader · Shared Tablet</a:t>
              </a:r>
            </a:p>
          </p:txBody>
        </p: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081BB9EA-18B7-4A10-09AF-79DF0D2EBA55}"/>
                </a:ext>
              </a:extLst>
            </p:cNvPr>
            <p:cNvCxnSpPr>
              <a:cxnSpLocks/>
            </p:cNvCxnSpPr>
            <p:nvPr/>
          </p:nvCxnSpPr>
          <p:spPr>
            <a:xfrm>
              <a:off x="1027795" y="3618344"/>
              <a:ext cx="2061276" cy="0"/>
            </a:xfrm>
            <a:prstGeom prst="line">
              <a:avLst/>
            </a:prstGeom>
            <a:ln w="9525">
              <a:gradFill>
                <a:gsLst>
                  <a:gs pos="0">
                    <a:schemeClr val="bg1"/>
                  </a:gs>
                  <a:gs pos="55000">
                    <a:schemeClr val="tx1"/>
                  </a:gs>
                  <a:gs pos="83000">
                    <a:schemeClr val="tx1"/>
                  </a:gs>
                  <a:gs pos="100000">
                    <a:schemeClr val="bg1"/>
                  </a:gs>
                </a:gsLst>
                <a:lin ang="6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itle 1">
              <a:extLst>
                <a:ext uri="{FF2B5EF4-FFF2-40B4-BE49-F238E27FC236}">
                  <a16:creationId xmlns:a16="http://schemas.microsoft.com/office/drawing/2014/main" id="{CC57387E-6B02-B0C0-0E9D-6827F444E41B}"/>
                </a:ext>
              </a:extLst>
            </p:cNvPr>
            <p:cNvSpPr txBox="1">
              <a:spLocks/>
            </p:cNvSpPr>
            <p:nvPr/>
          </p:nvSpPr>
          <p:spPr>
            <a:xfrm>
              <a:off x="1056322" y="3704387"/>
              <a:ext cx="2016847" cy="512690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1400" dirty="0">
                  <a:latin typeface="Google Sans Flex" panose="020B0503030502040204" pitchFamily="34" charset="0"/>
                  <a:ea typeface="Google Sans Flex" panose="020B0503030502040204" pitchFamily="34" charset="0"/>
                  <a:cs typeface="Google Sans Flex" panose="020B0503030502040204" pitchFamily="34" charset="0"/>
                </a:rPr>
                <a:t>Driver · Phone, even offline</a:t>
              </a:r>
            </a:p>
          </p:txBody>
        </p:sp>
        <p:sp>
          <p:nvSpPr>
            <p:cNvPr id="81" name="Title 1">
              <a:extLst>
                <a:ext uri="{FF2B5EF4-FFF2-40B4-BE49-F238E27FC236}">
                  <a16:creationId xmlns:a16="http://schemas.microsoft.com/office/drawing/2014/main" id="{B8A4659E-A44C-F260-BA9B-A4098997742D}"/>
                </a:ext>
              </a:extLst>
            </p:cNvPr>
            <p:cNvSpPr txBox="1">
              <a:spLocks/>
            </p:cNvSpPr>
            <p:nvPr/>
          </p:nvSpPr>
          <p:spPr>
            <a:xfrm>
              <a:off x="3717335" y="1772609"/>
              <a:ext cx="1850645" cy="438912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GB" sz="1800" dirty="0">
                  <a:latin typeface="Google Sans Flex SemiBold" panose="020B0503030502040204" pitchFamily="34" charset="0"/>
                  <a:ea typeface="Google Sans Flex SemiBold" panose="020B0503030502040204" pitchFamily="34" charset="0"/>
                  <a:cs typeface="Google Sans Flex SemiBold" panose="020B0503030502040204" pitchFamily="34" charset="0"/>
                </a:rPr>
                <a:t>One web app</a:t>
              </a:r>
            </a:p>
          </p:txBody>
        </p: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C67E03D0-E4BB-EE4A-0893-09B78C281633}"/>
                </a:ext>
              </a:extLst>
            </p:cNvPr>
            <p:cNvCxnSpPr>
              <a:cxnSpLocks/>
            </p:cNvCxnSpPr>
            <p:nvPr/>
          </p:nvCxnSpPr>
          <p:spPr>
            <a:xfrm>
              <a:off x="3687199" y="2195614"/>
              <a:ext cx="2061276" cy="0"/>
            </a:xfrm>
            <a:prstGeom prst="line">
              <a:avLst/>
            </a:prstGeom>
            <a:ln w="9525">
              <a:gradFill>
                <a:gsLst>
                  <a:gs pos="0">
                    <a:schemeClr val="bg1"/>
                  </a:gs>
                  <a:gs pos="55000">
                    <a:schemeClr val="tx1"/>
                  </a:gs>
                  <a:gs pos="83000">
                    <a:schemeClr val="tx1"/>
                  </a:gs>
                  <a:gs pos="100000">
                    <a:schemeClr val="bg1"/>
                  </a:gs>
                </a:gsLst>
                <a:lin ang="6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itle 1">
              <a:extLst>
                <a:ext uri="{FF2B5EF4-FFF2-40B4-BE49-F238E27FC236}">
                  <a16:creationId xmlns:a16="http://schemas.microsoft.com/office/drawing/2014/main" id="{944F1D5C-F6C0-471E-2D1E-E6097001F8C6}"/>
                </a:ext>
              </a:extLst>
            </p:cNvPr>
            <p:cNvSpPr txBox="1">
              <a:spLocks/>
            </p:cNvSpPr>
            <p:nvPr/>
          </p:nvSpPr>
          <p:spPr>
            <a:xfrm>
              <a:off x="3715726" y="2281657"/>
              <a:ext cx="2016847" cy="512690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1400" dirty="0">
                  <a:latin typeface="Google Sans Flex" panose="020B0503030502040204" pitchFamily="34" charset="0"/>
                  <a:ea typeface="Google Sans Flex" panose="020B0503030502040204" pitchFamily="34" charset="0"/>
                  <a:cs typeface="Google Sans Flex" panose="020B0503030502040204" pitchFamily="34" charset="0"/>
                </a:rPr>
                <a:t>Installs on phone, tablet &amp; desktop</a:t>
              </a:r>
            </a:p>
          </p:txBody>
        </p: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1619A115-CCD9-42E9-9357-4BC004D4C083}"/>
                </a:ext>
              </a:extLst>
            </p:cNvPr>
            <p:cNvCxnSpPr>
              <a:cxnSpLocks/>
            </p:cNvCxnSpPr>
            <p:nvPr/>
          </p:nvCxnSpPr>
          <p:spPr>
            <a:xfrm>
              <a:off x="3687199" y="2788671"/>
              <a:ext cx="2061276" cy="0"/>
            </a:xfrm>
            <a:prstGeom prst="line">
              <a:avLst/>
            </a:prstGeom>
            <a:ln w="9525">
              <a:gradFill>
                <a:gsLst>
                  <a:gs pos="0">
                    <a:schemeClr val="bg1"/>
                  </a:gs>
                  <a:gs pos="55000">
                    <a:schemeClr val="tx1"/>
                  </a:gs>
                  <a:gs pos="83000">
                    <a:schemeClr val="tx1"/>
                  </a:gs>
                  <a:gs pos="100000">
                    <a:schemeClr val="bg1"/>
                  </a:gs>
                </a:gsLst>
                <a:lin ang="6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itle 1">
              <a:extLst>
                <a:ext uri="{FF2B5EF4-FFF2-40B4-BE49-F238E27FC236}">
                  <a16:creationId xmlns:a16="http://schemas.microsoft.com/office/drawing/2014/main" id="{6A326930-F0BD-395A-93F5-ABC144564137}"/>
                </a:ext>
              </a:extLst>
            </p:cNvPr>
            <p:cNvSpPr txBox="1">
              <a:spLocks/>
            </p:cNvSpPr>
            <p:nvPr/>
          </p:nvSpPr>
          <p:spPr>
            <a:xfrm>
              <a:off x="3729460" y="2867010"/>
              <a:ext cx="2016847" cy="512690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1400" dirty="0">
                  <a:latin typeface="Google Sans Flex" panose="020B0503030502040204" pitchFamily="34" charset="0"/>
                  <a:ea typeface="Google Sans Flex" panose="020B0503030502040204" pitchFamily="34" charset="0"/>
                  <a:cs typeface="Google Sans Flex" panose="020B0503030502040204" pitchFamily="34" charset="0"/>
                </a:rPr>
                <a:t>Saves work offline, sends it once</a:t>
              </a:r>
            </a:p>
          </p:txBody>
        </p: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A91591FA-A888-EC86-7824-3747A3D173C0}"/>
                </a:ext>
              </a:extLst>
            </p:cNvPr>
            <p:cNvCxnSpPr>
              <a:cxnSpLocks/>
            </p:cNvCxnSpPr>
            <p:nvPr/>
          </p:nvCxnSpPr>
          <p:spPr>
            <a:xfrm>
              <a:off x="3700933" y="3374024"/>
              <a:ext cx="2061276" cy="0"/>
            </a:xfrm>
            <a:prstGeom prst="line">
              <a:avLst/>
            </a:prstGeom>
            <a:ln w="9525">
              <a:gradFill>
                <a:gsLst>
                  <a:gs pos="0">
                    <a:schemeClr val="bg1"/>
                  </a:gs>
                  <a:gs pos="55000">
                    <a:schemeClr val="tx1"/>
                  </a:gs>
                  <a:gs pos="83000">
                    <a:schemeClr val="tx1"/>
                  </a:gs>
                  <a:gs pos="100000">
                    <a:schemeClr val="bg1"/>
                  </a:gs>
                </a:gsLst>
                <a:lin ang="6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itle 1">
              <a:extLst>
                <a:ext uri="{FF2B5EF4-FFF2-40B4-BE49-F238E27FC236}">
                  <a16:creationId xmlns:a16="http://schemas.microsoft.com/office/drawing/2014/main" id="{A6E81797-251E-8C68-E375-3213FB76E531}"/>
                </a:ext>
              </a:extLst>
            </p:cNvPr>
            <p:cNvSpPr txBox="1">
              <a:spLocks/>
            </p:cNvSpPr>
            <p:nvPr/>
          </p:nvSpPr>
          <p:spPr>
            <a:xfrm>
              <a:off x="3729460" y="3467226"/>
              <a:ext cx="2016847" cy="512690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si-LK" sz="1400" dirty="0">
                  <a:latin typeface="UN-Malithi" panose="00000700000000000000" pitchFamily="2" charset="0"/>
                  <a:ea typeface="Google Sans Flex" panose="020B0503030502040204" pitchFamily="34" charset="0"/>
                  <a:cs typeface="UN-Malithi" panose="00000700000000000000" pitchFamily="2" charset="0"/>
                </a:rPr>
                <a:t>සිං</a:t>
              </a:r>
              <a:r>
                <a:rPr lang="en-GB" sz="1400" dirty="0" err="1">
                  <a:latin typeface="UN-Malithi" panose="00000700000000000000" pitchFamily="2" charset="0"/>
                  <a:ea typeface="Google Sans Flex" panose="020B0503030502040204" pitchFamily="34" charset="0"/>
                  <a:cs typeface="UN-Malithi" panose="00000700000000000000" pitchFamily="2" charset="0"/>
                </a:rPr>
                <a:t>හල</a:t>
              </a:r>
              <a:r>
                <a:rPr lang="en-US" sz="1400" dirty="0">
                  <a:latin typeface="Google Sans Flex" panose="020B0503030502040204" pitchFamily="34" charset="0"/>
                  <a:ea typeface="Google Sans Flex" panose="020B0503030502040204" pitchFamily="34" charset="0"/>
                  <a:cs typeface="Google Sans Flex" panose="020B0503030502040204" pitchFamily="34" charset="0"/>
                </a:rPr>
                <a:t>, </a:t>
              </a:r>
              <a:r>
                <a:rPr lang="ta-IN" sz="1200" dirty="0">
                  <a:latin typeface="Google Sans Flex" panose="020B0503030502040204" pitchFamily="34" charset="0"/>
                  <a:ea typeface="Google Sans Flex" panose="020B0503030502040204" pitchFamily="34" charset="0"/>
                  <a:cs typeface="Google Sans Flex" panose="020B0503030502040204" pitchFamily="34" charset="0"/>
                </a:rPr>
                <a:t>தமிழ்</a:t>
              </a:r>
              <a:r>
                <a:rPr lang="en-US" sz="1400" dirty="0">
                  <a:latin typeface="Google Sans Flex" panose="020B0503030502040204" pitchFamily="34" charset="0"/>
                  <a:ea typeface="Google Sans Flex" panose="020B0503030502040204" pitchFamily="34" charset="0"/>
                  <a:cs typeface="Google Sans Flex" panose="020B0503030502040204" pitchFamily="34" charset="0"/>
                </a:rPr>
                <a:t> &amp; English</a:t>
              </a:r>
            </a:p>
          </p:txBody>
        </p:sp>
        <p:sp>
          <p:nvSpPr>
            <p:cNvPr id="94" name="Title 1">
              <a:extLst>
                <a:ext uri="{FF2B5EF4-FFF2-40B4-BE49-F238E27FC236}">
                  <a16:creationId xmlns:a16="http://schemas.microsoft.com/office/drawing/2014/main" id="{8DBF81EA-E497-8D70-26E1-D836CA36AEC2}"/>
                </a:ext>
              </a:extLst>
            </p:cNvPr>
            <p:cNvSpPr txBox="1">
              <a:spLocks/>
            </p:cNvSpPr>
            <p:nvPr/>
          </p:nvSpPr>
          <p:spPr>
            <a:xfrm>
              <a:off x="6428728" y="1772609"/>
              <a:ext cx="1850645" cy="438912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GB" sz="1800" dirty="0">
                  <a:latin typeface="Google Sans Flex SemiBold" panose="020B0503030502040204" pitchFamily="34" charset="0"/>
                  <a:ea typeface="Google Sans Flex SemiBold" panose="020B0503030502040204" pitchFamily="34" charset="0"/>
                  <a:cs typeface="Google Sans Flex SemiBold" panose="020B0503030502040204" pitchFamily="34" charset="0"/>
                </a:rPr>
                <a:t>One backend</a:t>
              </a:r>
            </a:p>
          </p:txBody>
        </p: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9159BAE0-A672-20F2-136D-B63C1313B7FB}"/>
                </a:ext>
              </a:extLst>
            </p:cNvPr>
            <p:cNvCxnSpPr>
              <a:cxnSpLocks/>
            </p:cNvCxnSpPr>
            <p:nvPr/>
          </p:nvCxnSpPr>
          <p:spPr>
            <a:xfrm>
              <a:off x="6398592" y="2195614"/>
              <a:ext cx="2061276" cy="0"/>
            </a:xfrm>
            <a:prstGeom prst="line">
              <a:avLst/>
            </a:prstGeom>
            <a:ln w="9525">
              <a:gradFill>
                <a:gsLst>
                  <a:gs pos="0">
                    <a:schemeClr val="bg1"/>
                  </a:gs>
                  <a:gs pos="55000">
                    <a:schemeClr val="tx1"/>
                  </a:gs>
                  <a:gs pos="83000">
                    <a:schemeClr val="tx1"/>
                  </a:gs>
                  <a:gs pos="100000">
                    <a:schemeClr val="bg1"/>
                  </a:gs>
                </a:gsLst>
                <a:lin ang="6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Title 1">
              <a:extLst>
                <a:ext uri="{FF2B5EF4-FFF2-40B4-BE49-F238E27FC236}">
                  <a16:creationId xmlns:a16="http://schemas.microsoft.com/office/drawing/2014/main" id="{2BEAD30D-FF1F-5813-B8CA-1BBDA3049C2E}"/>
                </a:ext>
              </a:extLst>
            </p:cNvPr>
            <p:cNvSpPr txBox="1">
              <a:spLocks/>
            </p:cNvSpPr>
            <p:nvPr/>
          </p:nvSpPr>
          <p:spPr>
            <a:xfrm>
              <a:off x="6427119" y="2281657"/>
              <a:ext cx="2016847" cy="512690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1400" dirty="0">
                  <a:latin typeface="Google Sans Flex" panose="020B0503030502040204" pitchFamily="34" charset="0"/>
                  <a:ea typeface="Google Sans Flex" panose="020B0503030502040204" pitchFamily="34" charset="0"/>
                  <a:cs typeface="Google Sans Flex" panose="020B0503030502040204" pitchFamily="34" charset="0"/>
                </a:rPr>
                <a:t>14 modules, one command path</a:t>
              </a:r>
            </a:p>
          </p:txBody>
        </p: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A6FA39A2-31DF-838D-69EF-645CB518C35F}"/>
                </a:ext>
              </a:extLst>
            </p:cNvPr>
            <p:cNvCxnSpPr>
              <a:cxnSpLocks/>
            </p:cNvCxnSpPr>
            <p:nvPr/>
          </p:nvCxnSpPr>
          <p:spPr>
            <a:xfrm>
              <a:off x="6398592" y="2788671"/>
              <a:ext cx="2061276" cy="0"/>
            </a:xfrm>
            <a:prstGeom prst="line">
              <a:avLst/>
            </a:prstGeom>
            <a:ln w="9525">
              <a:gradFill>
                <a:gsLst>
                  <a:gs pos="0">
                    <a:schemeClr val="bg1"/>
                  </a:gs>
                  <a:gs pos="55000">
                    <a:schemeClr val="tx1"/>
                  </a:gs>
                  <a:gs pos="83000">
                    <a:schemeClr val="tx1"/>
                  </a:gs>
                  <a:gs pos="100000">
                    <a:schemeClr val="bg1"/>
                  </a:gs>
                </a:gsLst>
                <a:lin ang="6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Title 1">
              <a:extLst>
                <a:ext uri="{FF2B5EF4-FFF2-40B4-BE49-F238E27FC236}">
                  <a16:creationId xmlns:a16="http://schemas.microsoft.com/office/drawing/2014/main" id="{0048BF5A-6D0A-F43C-95B3-86F45326F1AD}"/>
                </a:ext>
              </a:extLst>
            </p:cNvPr>
            <p:cNvSpPr txBox="1">
              <a:spLocks/>
            </p:cNvSpPr>
            <p:nvPr/>
          </p:nvSpPr>
          <p:spPr>
            <a:xfrm>
              <a:off x="6440853" y="2867010"/>
              <a:ext cx="2016847" cy="512690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1400" dirty="0">
                  <a:latin typeface="Google Sans Flex" panose="020B0503030502040204" pitchFamily="34" charset="0"/>
                  <a:ea typeface="Google Sans Flex" panose="020B0503030502040204" pitchFamily="34" charset="0"/>
                  <a:cs typeface="Google Sans Flex" panose="020B0503030502040204" pitchFamily="34" charset="0"/>
                </a:rPr>
                <a:t>Every action checked &amp; Audited</a:t>
              </a:r>
            </a:p>
          </p:txBody>
        </p: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EC9764FC-01F5-DE84-B9EA-5908265BA42A}"/>
                </a:ext>
              </a:extLst>
            </p:cNvPr>
            <p:cNvCxnSpPr>
              <a:cxnSpLocks/>
            </p:cNvCxnSpPr>
            <p:nvPr/>
          </p:nvCxnSpPr>
          <p:spPr>
            <a:xfrm>
              <a:off x="6412326" y="3374024"/>
              <a:ext cx="2061276" cy="0"/>
            </a:xfrm>
            <a:prstGeom prst="line">
              <a:avLst/>
            </a:prstGeom>
            <a:ln w="9525">
              <a:gradFill>
                <a:gsLst>
                  <a:gs pos="0">
                    <a:schemeClr val="bg1"/>
                  </a:gs>
                  <a:gs pos="55000">
                    <a:schemeClr val="tx1"/>
                  </a:gs>
                  <a:gs pos="83000">
                    <a:schemeClr val="tx1"/>
                  </a:gs>
                  <a:gs pos="100000">
                    <a:schemeClr val="bg1"/>
                  </a:gs>
                </a:gsLst>
                <a:lin ang="6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Title 1">
              <a:extLst>
                <a:ext uri="{FF2B5EF4-FFF2-40B4-BE49-F238E27FC236}">
                  <a16:creationId xmlns:a16="http://schemas.microsoft.com/office/drawing/2014/main" id="{D204A2A6-254A-369F-6839-11D0F1532CA9}"/>
                </a:ext>
              </a:extLst>
            </p:cNvPr>
            <p:cNvSpPr txBox="1">
              <a:spLocks/>
            </p:cNvSpPr>
            <p:nvPr/>
          </p:nvSpPr>
          <p:spPr>
            <a:xfrm>
              <a:off x="6440853" y="3467226"/>
              <a:ext cx="2016847" cy="512690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1400" dirty="0">
                  <a:latin typeface="Google Sans Flex" panose="020B0503030502040204" pitchFamily="34" charset="0"/>
                  <a:ea typeface="Google Sans Flex" panose="020B0503030502040204" pitchFamily="34" charset="0"/>
                  <a:cs typeface="Google Sans Flex" panose="020B0503030502040204" pitchFamily="34" charset="0"/>
                </a:rPr>
                <a:t>Live updates to every screen</a:t>
              </a:r>
            </a:p>
          </p:txBody>
        </p:sp>
        <p:sp>
          <p:nvSpPr>
            <p:cNvPr id="101" name="Title 1">
              <a:extLst>
                <a:ext uri="{FF2B5EF4-FFF2-40B4-BE49-F238E27FC236}">
                  <a16:creationId xmlns:a16="http://schemas.microsoft.com/office/drawing/2014/main" id="{5C8ADD81-51CE-5CD4-F2ED-6DE86BFBAF8D}"/>
                </a:ext>
              </a:extLst>
            </p:cNvPr>
            <p:cNvSpPr txBox="1">
              <a:spLocks/>
            </p:cNvSpPr>
            <p:nvPr/>
          </p:nvSpPr>
          <p:spPr>
            <a:xfrm>
              <a:off x="9102623" y="1772609"/>
              <a:ext cx="1850645" cy="438912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GB" sz="1800" dirty="0">
                  <a:latin typeface="Google Sans Flex SemiBold" panose="020B0503030502040204" pitchFamily="34" charset="0"/>
                  <a:ea typeface="Google Sans Flex SemiBold" panose="020B0503030502040204" pitchFamily="34" charset="0"/>
                  <a:cs typeface="Google Sans Flex SemiBold" panose="020B0503030502040204" pitchFamily="34" charset="0"/>
                </a:rPr>
                <a:t>Data &amp; Models</a:t>
              </a:r>
            </a:p>
          </p:txBody>
        </p: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897EA8C9-633A-752C-B98C-04AB48B18AD5}"/>
                </a:ext>
              </a:extLst>
            </p:cNvPr>
            <p:cNvCxnSpPr>
              <a:cxnSpLocks/>
            </p:cNvCxnSpPr>
            <p:nvPr/>
          </p:nvCxnSpPr>
          <p:spPr>
            <a:xfrm>
              <a:off x="9072487" y="2195614"/>
              <a:ext cx="2061276" cy="0"/>
            </a:xfrm>
            <a:prstGeom prst="line">
              <a:avLst/>
            </a:prstGeom>
            <a:ln w="9525">
              <a:gradFill>
                <a:gsLst>
                  <a:gs pos="0">
                    <a:schemeClr val="bg1"/>
                  </a:gs>
                  <a:gs pos="55000">
                    <a:schemeClr val="tx1"/>
                  </a:gs>
                  <a:gs pos="83000">
                    <a:schemeClr val="tx1"/>
                  </a:gs>
                  <a:gs pos="100000">
                    <a:schemeClr val="bg1"/>
                  </a:gs>
                </a:gsLst>
                <a:lin ang="6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Title 1">
              <a:extLst>
                <a:ext uri="{FF2B5EF4-FFF2-40B4-BE49-F238E27FC236}">
                  <a16:creationId xmlns:a16="http://schemas.microsoft.com/office/drawing/2014/main" id="{75734B90-2B3C-9DBC-5BC5-711E9846E13A}"/>
                </a:ext>
              </a:extLst>
            </p:cNvPr>
            <p:cNvSpPr txBox="1">
              <a:spLocks/>
            </p:cNvSpPr>
            <p:nvPr/>
          </p:nvSpPr>
          <p:spPr>
            <a:xfrm>
              <a:off x="9101014" y="2281657"/>
              <a:ext cx="2016847" cy="512690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GB" sz="1400" dirty="0">
                  <a:latin typeface="Google Sans Flex" panose="020B0503030502040204" pitchFamily="34" charset="0"/>
                  <a:ea typeface="Google Sans Flex" panose="020B0503030502040204" pitchFamily="34" charset="0"/>
                  <a:cs typeface="Google Sans Flex" panose="020B0503030502040204" pitchFamily="34" charset="0"/>
                </a:rPr>
                <a:t>D</a:t>
              </a:r>
              <a:r>
                <a:rPr lang="en-US" sz="1400" dirty="0" err="1">
                  <a:latin typeface="Google Sans Flex" panose="020B0503030502040204" pitchFamily="34" charset="0"/>
                  <a:ea typeface="Google Sans Flex" panose="020B0503030502040204" pitchFamily="34" charset="0"/>
                  <a:cs typeface="Google Sans Flex" panose="020B0503030502040204" pitchFamily="34" charset="0"/>
                </a:rPr>
                <a:t>atabase</a:t>
              </a:r>
              <a:r>
                <a:rPr lang="en-US" sz="1400" dirty="0">
                  <a:latin typeface="Google Sans Flex" panose="020B0503030502040204" pitchFamily="34" charset="0"/>
                  <a:ea typeface="Google Sans Flex" panose="020B0503030502040204" pitchFamily="34" charset="0"/>
                  <a:cs typeface="Google Sans Flex" panose="020B0503030502040204" pitchFamily="34" charset="0"/>
                </a:rPr>
                <a:t> with row-level security</a:t>
              </a:r>
            </a:p>
          </p:txBody>
        </p: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50451F05-2C8C-EA18-7A74-FB45BA55E126}"/>
                </a:ext>
              </a:extLst>
            </p:cNvPr>
            <p:cNvCxnSpPr>
              <a:cxnSpLocks/>
            </p:cNvCxnSpPr>
            <p:nvPr/>
          </p:nvCxnSpPr>
          <p:spPr>
            <a:xfrm>
              <a:off x="9072487" y="2788671"/>
              <a:ext cx="2061276" cy="0"/>
            </a:xfrm>
            <a:prstGeom prst="line">
              <a:avLst/>
            </a:prstGeom>
            <a:ln w="9525">
              <a:gradFill>
                <a:gsLst>
                  <a:gs pos="0">
                    <a:schemeClr val="bg1"/>
                  </a:gs>
                  <a:gs pos="55000">
                    <a:schemeClr val="tx1"/>
                  </a:gs>
                  <a:gs pos="83000">
                    <a:schemeClr val="tx1"/>
                  </a:gs>
                  <a:gs pos="100000">
                    <a:schemeClr val="bg1"/>
                  </a:gs>
                </a:gsLst>
                <a:lin ang="6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Title 1">
              <a:extLst>
                <a:ext uri="{FF2B5EF4-FFF2-40B4-BE49-F238E27FC236}">
                  <a16:creationId xmlns:a16="http://schemas.microsoft.com/office/drawing/2014/main" id="{DDC34B1E-E5DA-96B3-DC9D-1781A027CF84}"/>
                </a:ext>
              </a:extLst>
            </p:cNvPr>
            <p:cNvSpPr txBox="1">
              <a:spLocks/>
            </p:cNvSpPr>
            <p:nvPr/>
          </p:nvSpPr>
          <p:spPr>
            <a:xfrm>
              <a:off x="9114748" y="2867010"/>
              <a:ext cx="2016847" cy="512690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1400" dirty="0">
                  <a:latin typeface="Google Sans Flex" panose="020B0503030502040204" pitchFamily="34" charset="0"/>
                  <a:ea typeface="Google Sans Flex" panose="020B0503030502040204" pitchFamily="34" charset="0"/>
                  <a:cs typeface="Google Sans Flex" panose="020B0503030502040204" pitchFamily="34" charset="0"/>
                </a:rPr>
                <a:t>Models for late risk &amp; demand</a:t>
              </a:r>
            </a:p>
          </p:txBody>
        </p: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F4AA0417-5D34-3724-3A6A-5FC907B86CF8}"/>
                </a:ext>
              </a:extLst>
            </p:cNvPr>
            <p:cNvCxnSpPr>
              <a:cxnSpLocks/>
            </p:cNvCxnSpPr>
            <p:nvPr/>
          </p:nvCxnSpPr>
          <p:spPr>
            <a:xfrm>
              <a:off x="9086221" y="3374024"/>
              <a:ext cx="2061276" cy="0"/>
            </a:xfrm>
            <a:prstGeom prst="line">
              <a:avLst/>
            </a:prstGeom>
            <a:ln w="9525">
              <a:gradFill>
                <a:gsLst>
                  <a:gs pos="0">
                    <a:schemeClr val="bg1"/>
                  </a:gs>
                  <a:gs pos="55000">
                    <a:schemeClr val="tx1"/>
                  </a:gs>
                  <a:gs pos="83000">
                    <a:schemeClr val="tx1"/>
                  </a:gs>
                  <a:gs pos="100000">
                    <a:schemeClr val="bg1"/>
                  </a:gs>
                </a:gsLst>
                <a:lin ang="6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Title 1">
              <a:extLst>
                <a:ext uri="{FF2B5EF4-FFF2-40B4-BE49-F238E27FC236}">
                  <a16:creationId xmlns:a16="http://schemas.microsoft.com/office/drawing/2014/main" id="{1C737B29-37B0-C158-52A7-DE05D2056F7F}"/>
                </a:ext>
              </a:extLst>
            </p:cNvPr>
            <p:cNvSpPr txBox="1">
              <a:spLocks/>
            </p:cNvSpPr>
            <p:nvPr/>
          </p:nvSpPr>
          <p:spPr>
            <a:xfrm>
              <a:off x="9114748" y="3467226"/>
              <a:ext cx="2016847" cy="512690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1400" dirty="0">
                  <a:latin typeface="Google Sans Flex" panose="020B0503030502040204" pitchFamily="34" charset="0"/>
                  <a:ea typeface="Google Sans Flex" panose="020B0503030502040204" pitchFamily="34" charset="0"/>
                  <a:cs typeface="Google Sans Flex" panose="020B0503030502040204" pitchFamily="34" charset="0"/>
                </a:rPr>
                <a:t>Language AI · off by default, masked</a:t>
              </a:r>
            </a:p>
          </p:txBody>
        </p:sp>
        <p:sp>
          <p:nvSpPr>
            <p:cNvPr id="110" name="Rectangle: Rounded Corners 109">
              <a:extLst>
                <a:ext uri="{FF2B5EF4-FFF2-40B4-BE49-F238E27FC236}">
                  <a16:creationId xmlns:a16="http://schemas.microsoft.com/office/drawing/2014/main" id="{2E36A947-6554-AC1F-19E5-5BE569CD9278}"/>
                </a:ext>
              </a:extLst>
            </p:cNvPr>
            <p:cNvSpPr/>
            <p:nvPr/>
          </p:nvSpPr>
          <p:spPr>
            <a:xfrm>
              <a:off x="4516732" y="4743710"/>
              <a:ext cx="3158537" cy="1143000"/>
            </a:xfrm>
            <a:prstGeom prst="roundRect">
              <a:avLst>
                <a:gd name="adj" fmla="val 18532"/>
              </a:avLst>
            </a:prstGeom>
            <a:solidFill>
              <a:schemeClr val="bg1"/>
            </a:solidFill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tx1"/>
                  </a:gs>
                  <a:gs pos="83000">
                    <a:schemeClr val="tx1"/>
                  </a:gs>
                  <a:gs pos="100000">
                    <a:schemeClr val="bg1"/>
                  </a:gs>
                </a:gsLst>
                <a:lin ang="11400000" scaled="0"/>
              </a:gradFill>
            </a:ln>
            <a:effectLst>
              <a:outerShdw blurRad="1270000" dist="177800" dir="4800000" sx="102000" sy="102000" algn="l" rotWithShape="0">
                <a:prstClr val="black">
                  <a:alpha val="1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: Rounded Corners 110">
              <a:extLst>
                <a:ext uri="{FF2B5EF4-FFF2-40B4-BE49-F238E27FC236}">
                  <a16:creationId xmlns:a16="http://schemas.microsoft.com/office/drawing/2014/main" id="{7015664A-7B3C-41D1-3662-FB95797B132E}"/>
                </a:ext>
              </a:extLst>
            </p:cNvPr>
            <p:cNvSpPr/>
            <p:nvPr/>
          </p:nvSpPr>
          <p:spPr>
            <a:xfrm>
              <a:off x="8080927" y="4743710"/>
              <a:ext cx="3158537" cy="1143000"/>
            </a:xfrm>
            <a:prstGeom prst="roundRect">
              <a:avLst>
                <a:gd name="adj" fmla="val 18532"/>
              </a:avLst>
            </a:prstGeom>
            <a:solidFill>
              <a:schemeClr val="bg1"/>
            </a:solidFill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tx1"/>
                  </a:gs>
                  <a:gs pos="83000">
                    <a:schemeClr val="tx1"/>
                  </a:gs>
                  <a:gs pos="100000">
                    <a:schemeClr val="bg1"/>
                  </a:gs>
                </a:gsLst>
                <a:lin ang="11400000" scaled="0"/>
              </a:gradFill>
            </a:ln>
            <a:effectLst>
              <a:outerShdw blurRad="1270000" dist="177800" dir="4800000" sx="102000" sy="102000" algn="l" rotWithShape="0">
                <a:prstClr val="black">
                  <a:alpha val="1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Title 1">
              <a:extLst>
                <a:ext uri="{FF2B5EF4-FFF2-40B4-BE49-F238E27FC236}">
                  <a16:creationId xmlns:a16="http://schemas.microsoft.com/office/drawing/2014/main" id="{A0220B64-6439-393C-AF3C-8B8C468266B5}"/>
                </a:ext>
              </a:extLst>
            </p:cNvPr>
            <p:cNvSpPr txBox="1">
              <a:spLocks/>
            </p:cNvSpPr>
            <p:nvPr/>
          </p:nvSpPr>
          <p:spPr>
            <a:xfrm>
              <a:off x="4705045" y="4939986"/>
              <a:ext cx="1292710" cy="750448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3600" dirty="0">
                  <a:solidFill>
                    <a:srgbClr val="001B09"/>
                  </a:solidFill>
                  <a:latin typeface="Google Sans Flex SemiBold" panose="020B0503030502040204" pitchFamily="34" charset="0"/>
                  <a:ea typeface="Google Sans Flex SemiBold" panose="020B0503030502040204" pitchFamily="34" charset="0"/>
                  <a:cs typeface="Google Sans Flex SemiBold" panose="020B0503030502040204" pitchFamily="34" charset="0"/>
                </a:rPr>
                <a:t>420</a:t>
              </a:r>
              <a:endParaRPr lang="en-US" sz="3600" dirty="0">
                <a:solidFill>
                  <a:srgbClr val="001B09"/>
                </a:solidFill>
                <a:latin typeface="Google Sans Flex Light" panose="020B0503030502040204" pitchFamily="34" charset="0"/>
                <a:ea typeface="Google Sans Flex Light" panose="020B0503030502040204" pitchFamily="34" charset="0"/>
                <a:cs typeface="Google Sans Flex Light" panose="020B0503030502040204" pitchFamily="34" charset="0"/>
              </a:endParaRPr>
            </a:p>
          </p:txBody>
        </p:sp>
        <p:sp>
          <p:nvSpPr>
            <p:cNvPr id="115" name="Title 1">
              <a:extLst>
                <a:ext uri="{FF2B5EF4-FFF2-40B4-BE49-F238E27FC236}">
                  <a16:creationId xmlns:a16="http://schemas.microsoft.com/office/drawing/2014/main" id="{6060A721-31D7-742F-27EB-B40F85847CE2}"/>
                </a:ext>
              </a:extLst>
            </p:cNvPr>
            <p:cNvSpPr txBox="1">
              <a:spLocks/>
            </p:cNvSpPr>
            <p:nvPr/>
          </p:nvSpPr>
          <p:spPr>
            <a:xfrm>
              <a:off x="4692345" y="5430205"/>
              <a:ext cx="2781882" cy="512690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1400" dirty="0">
                  <a:latin typeface="Google Sans Flex" panose="020B0503030502040204" pitchFamily="34" charset="0"/>
                  <a:ea typeface="Google Sans Flex" panose="020B0503030502040204" pitchFamily="34" charset="0"/>
                  <a:cs typeface="Google Sans Flex" panose="020B0503030502040204" pitchFamily="34" charset="0"/>
                </a:rPr>
                <a:t>automated test files and specs</a:t>
              </a:r>
            </a:p>
          </p:txBody>
        </p:sp>
        <p:sp>
          <p:nvSpPr>
            <p:cNvPr id="116" name="Title 1">
              <a:extLst>
                <a:ext uri="{FF2B5EF4-FFF2-40B4-BE49-F238E27FC236}">
                  <a16:creationId xmlns:a16="http://schemas.microsoft.com/office/drawing/2014/main" id="{3787B9EA-1015-AC87-91EE-DA9F66291FD5}"/>
                </a:ext>
              </a:extLst>
            </p:cNvPr>
            <p:cNvSpPr txBox="1">
              <a:spLocks/>
            </p:cNvSpPr>
            <p:nvPr/>
          </p:nvSpPr>
          <p:spPr>
            <a:xfrm>
              <a:off x="8213385" y="4939986"/>
              <a:ext cx="2361848" cy="750448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 fontScale="92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3600" dirty="0">
                  <a:solidFill>
                    <a:srgbClr val="001B09"/>
                  </a:solidFill>
                  <a:latin typeface="Google Sans Flex SemiBold" panose="020B0503030502040204" pitchFamily="34" charset="0"/>
                  <a:ea typeface="Google Sans Flex SemiBold" panose="020B0503030502040204" pitchFamily="34" charset="0"/>
                  <a:cs typeface="Google Sans Flex SemiBold" panose="020B0503030502040204" pitchFamily="34" charset="0"/>
                </a:rPr>
                <a:t>LKR 19,000</a:t>
              </a:r>
              <a:endParaRPr lang="en-US" sz="3600" dirty="0">
                <a:solidFill>
                  <a:srgbClr val="001B09"/>
                </a:solidFill>
                <a:latin typeface="Google Sans Flex Light" panose="020B0503030502040204" pitchFamily="34" charset="0"/>
                <a:ea typeface="Google Sans Flex Light" panose="020B0503030502040204" pitchFamily="34" charset="0"/>
                <a:cs typeface="Google Sans Flex Light" panose="020B0503030502040204" pitchFamily="34" charset="0"/>
              </a:endParaRPr>
            </a:p>
          </p:txBody>
        </p:sp>
        <p:sp>
          <p:nvSpPr>
            <p:cNvPr id="117" name="Title 1">
              <a:extLst>
                <a:ext uri="{FF2B5EF4-FFF2-40B4-BE49-F238E27FC236}">
                  <a16:creationId xmlns:a16="http://schemas.microsoft.com/office/drawing/2014/main" id="{6372EE86-BFFF-3887-D725-9FF77DD82186}"/>
                </a:ext>
              </a:extLst>
            </p:cNvPr>
            <p:cNvSpPr txBox="1">
              <a:spLocks/>
            </p:cNvSpPr>
            <p:nvPr/>
          </p:nvSpPr>
          <p:spPr>
            <a:xfrm>
              <a:off x="8200685" y="5430205"/>
              <a:ext cx="2781882" cy="512690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1400" dirty="0">
                  <a:latin typeface="Google Sans Flex" panose="020B0503030502040204" pitchFamily="34" charset="0"/>
                  <a:ea typeface="Google Sans Flex" panose="020B0503030502040204" pitchFamily="34" charset="0"/>
                  <a:cs typeface="Google Sans Flex" panose="020B0503030502040204" pitchFamily="34" charset="0"/>
                </a:rPr>
                <a:t>a month, on one server</a:t>
              </a:r>
            </a:p>
          </p:txBody>
        </p:sp>
        <p:sp>
          <p:nvSpPr>
            <p:cNvPr id="119" name="Rectangle: Rounded Corners 118">
              <a:extLst>
                <a:ext uri="{FF2B5EF4-FFF2-40B4-BE49-F238E27FC236}">
                  <a16:creationId xmlns:a16="http://schemas.microsoft.com/office/drawing/2014/main" id="{92E20FF0-9169-FFE1-3287-0D9C0FB657B5}"/>
                </a:ext>
              </a:extLst>
            </p:cNvPr>
            <p:cNvSpPr/>
            <p:nvPr/>
          </p:nvSpPr>
          <p:spPr>
            <a:xfrm>
              <a:off x="952536" y="4743710"/>
              <a:ext cx="3158537" cy="1143000"/>
            </a:xfrm>
            <a:prstGeom prst="roundRect">
              <a:avLst>
                <a:gd name="adj" fmla="val 18532"/>
              </a:avLst>
            </a:prstGeom>
            <a:solidFill>
              <a:srgbClr val="006A62"/>
            </a:solidFill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tx1"/>
                  </a:gs>
                  <a:gs pos="83000">
                    <a:schemeClr val="tx1"/>
                  </a:gs>
                  <a:gs pos="100000">
                    <a:schemeClr val="bg1"/>
                  </a:gs>
                </a:gsLst>
                <a:lin ang="11400000" scaled="0"/>
              </a:gradFill>
            </a:ln>
            <a:effectLst>
              <a:outerShdw blurRad="1270000" dist="177800" dir="4800000" sx="102000" sy="102000" algn="l" rotWithShape="0">
                <a:prstClr val="black">
                  <a:alpha val="1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Title 1">
              <a:extLst>
                <a:ext uri="{FF2B5EF4-FFF2-40B4-BE49-F238E27FC236}">
                  <a16:creationId xmlns:a16="http://schemas.microsoft.com/office/drawing/2014/main" id="{BCFD5CDA-73EB-28C8-C14D-203F7F945D7B}"/>
                </a:ext>
              </a:extLst>
            </p:cNvPr>
            <p:cNvSpPr txBox="1">
              <a:spLocks/>
            </p:cNvSpPr>
            <p:nvPr/>
          </p:nvSpPr>
          <p:spPr>
            <a:xfrm>
              <a:off x="1116666" y="4939986"/>
              <a:ext cx="1292710" cy="750448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3600" dirty="0">
                  <a:solidFill>
                    <a:schemeClr val="bg1"/>
                  </a:solidFill>
                  <a:latin typeface="Google Sans Flex SemiBold" panose="020B0503030502040204" pitchFamily="34" charset="0"/>
                  <a:ea typeface="Google Sans Flex SemiBold" panose="020B0503030502040204" pitchFamily="34" charset="0"/>
                  <a:cs typeface="Google Sans Flex SemiBold" panose="020B0503030502040204" pitchFamily="34" charset="0"/>
                </a:rPr>
                <a:t>Live</a:t>
              </a:r>
              <a:endParaRPr lang="en-US" sz="3600" dirty="0">
                <a:solidFill>
                  <a:schemeClr val="bg1"/>
                </a:solidFill>
                <a:latin typeface="Google Sans Flex Light" panose="020B0503030502040204" pitchFamily="34" charset="0"/>
                <a:ea typeface="Google Sans Flex Light" panose="020B0503030502040204" pitchFamily="34" charset="0"/>
                <a:cs typeface="Google Sans Flex Light" panose="020B0503030502040204" pitchFamily="34" charset="0"/>
              </a:endParaRPr>
            </a:p>
          </p:txBody>
        </p:sp>
        <p:sp>
          <p:nvSpPr>
            <p:cNvPr id="123" name="Title 1">
              <a:extLst>
                <a:ext uri="{FF2B5EF4-FFF2-40B4-BE49-F238E27FC236}">
                  <a16:creationId xmlns:a16="http://schemas.microsoft.com/office/drawing/2014/main" id="{3A343FA9-BAC7-B634-5932-1277E3260312}"/>
                </a:ext>
              </a:extLst>
            </p:cNvPr>
            <p:cNvSpPr txBox="1">
              <a:spLocks/>
            </p:cNvSpPr>
            <p:nvPr/>
          </p:nvSpPr>
          <p:spPr>
            <a:xfrm>
              <a:off x="1103966" y="5430205"/>
              <a:ext cx="2016847" cy="512690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1400" dirty="0">
                  <a:solidFill>
                    <a:schemeClr val="bg1"/>
                  </a:solidFill>
                  <a:latin typeface="Google Sans Flex" panose="020B0503030502040204" pitchFamily="34" charset="0"/>
                  <a:ea typeface="Google Sans Flex" panose="020B0503030502040204" pitchFamily="34" charset="0"/>
                  <a:cs typeface="Google Sans Flex" panose="020B0503030502040204" pitchFamily="34" charset="0"/>
                </a:rPr>
                <a:t>@ </a:t>
              </a:r>
              <a:r>
                <a:rPr lang="en-US" sz="1400" dirty="0" err="1">
                  <a:solidFill>
                    <a:schemeClr val="bg1"/>
                  </a:solidFill>
                  <a:latin typeface="Google Sans Flex" panose="020B0503030502040204" pitchFamily="34" charset="0"/>
                  <a:ea typeface="Google Sans Flex" panose="020B0503030502040204" pitchFamily="34" charset="0"/>
                  <a:cs typeface="Google Sans Flex" panose="020B0503030502040204" pitchFamily="34" charset="0"/>
                </a:rPr>
                <a:t>waypointgo.live</a:t>
              </a:r>
              <a:endParaRPr lang="en-US" sz="1400" dirty="0">
                <a:solidFill>
                  <a:schemeClr val="bg1"/>
                </a:solidFill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115914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04538-3005-041E-0587-9C0963DC1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" name="Group 211">
            <a:extLst>
              <a:ext uri="{FF2B5EF4-FFF2-40B4-BE49-F238E27FC236}">
                <a16:creationId xmlns:a16="http://schemas.microsoft.com/office/drawing/2014/main" id="{2173E4A6-896F-F519-5CAB-F1B5791225E7}"/>
              </a:ext>
            </a:extLst>
          </p:cNvPr>
          <p:cNvGrpSpPr/>
          <p:nvPr/>
        </p:nvGrpSpPr>
        <p:grpSpPr>
          <a:xfrm>
            <a:off x="925704" y="843788"/>
            <a:ext cx="10313760" cy="5516941"/>
            <a:chOff x="925704" y="843788"/>
            <a:chExt cx="10313760" cy="5516941"/>
          </a:xfrm>
        </p:grpSpPr>
        <p:sp>
          <p:nvSpPr>
            <p:cNvPr id="4" name="Title 1">
              <a:extLst>
                <a:ext uri="{FF2B5EF4-FFF2-40B4-BE49-F238E27FC236}">
                  <a16:creationId xmlns:a16="http://schemas.microsoft.com/office/drawing/2014/main" id="{86E445AE-7922-5605-DA61-EADB8717ADF0}"/>
                </a:ext>
              </a:extLst>
            </p:cNvPr>
            <p:cNvSpPr txBox="1">
              <a:spLocks/>
            </p:cNvSpPr>
            <p:nvPr/>
          </p:nvSpPr>
          <p:spPr>
            <a:xfrm>
              <a:off x="925704" y="843788"/>
              <a:ext cx="9196306" cy="750448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3600" dirty="0">
                  <a:solidFill>
                    <a:srgbClr val="00B050"/>
                  </a:solidFill>
                  <a:latin typeface="Google Sans Flex SemiBold" panose="020B0503030502040204" pitchFamily="34" charset="0"/>
                  <a:ea typeface="Google Sans Flex SemiBold" panose="020B0503030502040204" pitchFamily="34" charset="0"/>
                  <a:cs typeface="Google Sans Flex SemiBold" panose="020B0503030502040204" pitchFamily="34" charset="0"/>
                </a:rPr>
                <a:t>Three kinds of intelligence,</a:t>
              </a:r>
              <a:r>
                <a:rPr lang="en-GB" sz="3600">
                  <a:solidFill>
                    <a:srgbClr val="00B050"/>
                  </a:solidFill>
                  <a:latin typeface="Google Sans Flex SemiBold" panose="020B0503030502040204" pitchFamily="34" charset="0"/>
                  <a:ea typeface="Google Sans Flex SemiBold" panose="020B0503030502040204" pitchFamily="34" charset="0"/>
                  <a:cs typeface="Google Sans Flex SemiBold" panose="020B0503030502040204" pitchFamily="34" charset="0"/>
                </a:rPr>
                <a:t> </a:t>
              </a:r>
              <a:r>
                <a:rPr lang="en-US" sz="3600">
                  <a:latin typeface="Google Sans Flex Light" panose="020B0503030502040204" pitchFamily="34" charset="0"/>
                  <a:ea typeface="Google Sans Flex Light" panose="020B0503030502040204" pitchFamily="34" charset="0"/>
                  <a:cs typeface="Google Sans Flex Light" panose="020B0503030502040204" pitchFamily="34" charset="0"/>
                </a:rPr>
                <a:t>under </a:t>
              </a:r>
              <a:r>
                <a:rPr lang="en-US" sz="3600" dirty="0">
                  <a:latin typeface="Google Sans Flex Light" panose="020B0503030502040204" pitchFamily="34" charset="0"/>
                  <a:ea typeface="Google Sans Flex Light" panose="020B0503030502040204" pitchFamily="34" charset="0"/>
                  <a:cs typeface="Google Sans Flex Light" panose="020B0503030502040204" pitchFamily="34" charset="0"/>
                </a:rPr>
                <a:t>one rule</a:t>
              </a:r>
            </a:p>
          </p:txBody>
        </p:sp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60AF6492-BCC4-7C48-D83D-7B02C19C8A6B}"/>
                </a:ext>
              </a:extLst>
            </p:cNvPr>
            <p:cNvSpPr/>
            <p:nvPr/>
          </p:nvSpPr>
          <p:spPr>
            <a:xfrm>
              <a:off x="4516732" y="1963103"/>
              <a:ext cx="3158537" cy="2354455"/>
            </a:xfrm>
            <a:prstGeom prst="roundRect">
              <a:avLst>
                <a:gd name="adj" fmla="val 18532"/>
              </a:avLst>
            </a:prstGeom>
            <a:solidFill>
              <a:schemeClr val="bg1"/>
            </a:solidFill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tx1"/>
                  </a:gs>
                  <a:gs pos="83000">
                    <a:schemeClr val="tx1"/>
                  </a:gs>
                  <a:gs pos="100000">
                    <a:schemeClr val="bg1"/>
                  </a:gs>
                </a:gsLst>
                <a:lin ang="11400000" scaled="0"/>
              </a:gradFill>
            </a:ln>
            <a:effectLst>
              <a:outerShdw blurRad="1270000" dist="177800" dir="4800000" sx="102000" sy="102000" algn="l" rotWithShape="0">
                <a:prstClr val="black">
                  <a:alpha val="1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F7848328-6C24-B8D4-3812-E0DA6D9FB8BC}"/>
                </a:ext>
              </a:extLst>
            </p:cNvPr>
            <p:cNvSpPr/>
            <p:nvPr/>
          </p:nvSpPr>
          <p:spPr>
            <a:xfrm>
              <a:off x="8080927" y="1963103"/>
              <a:ext cx="3158537" cy="2354455"/>
            </a:xfrm>
            <a:prstGeom prst="roundRect">
              <a:avLst>
                <a:gd name="adj" fmla="val 18532"/>
              </a:avLst>
            </a:prstGeom>
            <a:solidFill>
              <a:schemeClr val="bg1"/>
            </a:solidFill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tx1"/>
                  </a:gs>
                  <a:gs pos="83000">
                    <a:schemeClr val="tx1"/>
                  </a:gs>
                  <a:gs pos="100000">
                    <a:schemeClr val="bg1"/>
                  </a:gs>
                </a:gsLst>
                <a:lin ang="11400000" scaled="0"/>
              </a:gradFill>
            </a:ln>
            <a:effectLst>
              <a:outerShdw blurRad="1270000" dist="177800" dir="4800000" sx="102000" sy="102000" algn="l" rotWithShape="0">
                <a:prstClr val="black">
                  <a:alpha val="1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Title 1">
              <a:extLst>
                <a:ext uri="{FF2B5EF4-FFF2-40B4-BE49-F238E27FC236}">
                  <a16:creationId xmlns:a16="http://schemas.microsoft.com/office/drawing/2014/main" id="{D56EA953-E545-D963-A4D6-FBE64C4547F3}"/>
                </a:ext>
              </a:extLst>
            </p:cNvPr>
            <p:cNvSpPr txBox="1">
              <a:spLocks/>
            </p:cNvSpPr>
            <p:nvPr/>
          </p:nvSpPr>
          <p:spPr>
            <a:xfrm>
              <a:off x="4705044" y="2660312"/>
              <a:ext cx="2061515" cy="750448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3600" dirty="0">
                  <a:solidFill>
                    <a:srgbClr val="001B09"/>
                  </a:solidFill>
                  <a:latin typeface="Google Sans Flex SemiBold" panose="020B0503030502040204" pitchFamily="34" charset="0"/>
                  <a:ea typeface="Google Sans Flex SemiBold" panose="020B0503030502040204" pitchFamily="34" charset="0"/>
                  <a:cs typeface="Google Sans Flex SemiBold" panose="020B0503030502040204" pitchFamily="34" charset="0"/>
                </a:rPr>
                <a:t>Foresee</a:t>
              </a:r>
              <a:endParaRPr lang="en-US" sz="3600" dirty="0">
                <a:solidFill>
                  <a:srgbClr val="001B09"/>
                </a:solidFill>
                <a:latin typeface="Google Sans Flex Light" panose="020B0503030502040204" pitchFamily="34" charset="0"/>
                <a:ea typeface="Google Sans Flex Light" panose="020B0503030502040204" pitchFamily="34" charset="0"/>
                <a:cs typeface="Google Sans Flex Light" panose="020B0503030502040204" pitchFamily="34" charset="0"/>
              </a:endParaRPr>
            </a:p>
          </p:txBody>
        </p:sp>
        <p:sp>
          <p:nvSpPr>
            <p:cNvPr id="55" name="Title 1">
              <a:extLst>
                <a:ext uri="{FF2B5EF4-FFF2-40B4-BE49-F238E27FC236}">
                  <a16:creationId xmlns:a16="http://schemas.microsoft.com/office/drawing/2014/main" id="{FF032319-9C98-A7DC-128F-39C43630EA82}"/>
                </a:ext>
              </a:extLst>
            </p:cNvPr>
            <p:cNvSpPr txBox="1">
              <a:spLocks/>
            </p:cNvSpPr>
            <p:nvPr/>
          </p:nvSpPr>
          <p:spPr>
            <a:xfrm>
              <a:off x="4700296" y="3468580"/>
              <a:ext cx="2781882" cy="856926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1400" dirty="0">
                  <a:latin typeface="Google Sans Flex" panose="020B0503030502040204" pitchFamily="34" charset="0"/>
                  <a:ea typeface="Google Sans Flex" panose="020B0503030502040204" pitchFamily="34" charset="0"/>
                  <a:cs typeface="Google Sans Flex" panose="020B0503030502040204" pitchFamily="34" charset="0"/>
                </a:rPr>
                <a:t>Demand ten weeks ahead, as trucks, refrigerated trucks and drivers</a:t>
              </a:r>
            </a:p>
          </p:txBody>
        </p:sp>
        <p:sp>
          <p:nvSpPr>
            <p:cNvPr id="56" name="Title 1">
              <a:extLst>
                <a:ext uri="{FF2B5EF4-FFF2-40B4-BE49-F238E27FC236}">
                  <a16:creationId xmlns:a16="http://schemas.microsoft.com/office/drawing/2014/main" id="{DAC2F681-57DD-25B2-C824-FB2B45C416E5}"/>
                </a:ext>
              </a:extLst>
            </p:cNvPr>
            <p:cNvSpPr txBox="1">
              <a:spLocks/>
            </p:cNvSpPr>
            <p:nvPr/>
          </p:nvSpPr>
          <p:spPr>
            <a:xfrm>
              <a:off x="8213385" y="2660312"/>
              <a:ext cx="2361848" cy="750448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3600" dirty="0">
                  <a:solidFill>
                    <a:srgbClr val="001B09"/>
                  </a:solidFill>
                  <a:latin typeface="Google Sans Flex SemiBold" panose="020B0503030502040204" pitchFamily="34" charset="0"/>
                  <a:ea typeface="Google Sans Flex SemiBold" panose="020B0503030502040204" pitchFamily="34" charset="0"/>
                  <a:cs typeface="Google Sans Flex SemiBold" panose="020B0503030502040204" pitchFamily="34" charset="0"/>
                </a:rPr>
                <a:t>Decide</a:t>
              </a:r>
              <a:endParaRPr lang="en-US" sz="3600" dirty="0">
                <a:solidFill>
                  <a:srgbClr val="001B09"/>
                </a:solidFill>
                <a:latin typeface="Google Sans Flex Light" panose="020B0503030502040204" pitchFamily="34" charset="0"/>
                <a:ea typeface="Google Sans Flex Light" panose="020B0503030502040204" pitchFamily="34" charset="0"/>
                <a:cs typeface="Google Sans Flex Light" panose="020B0503030502040204" pitchFamily="34" charset="0"/>
              </a:endParaRPr>
            </a:p>
          </p:txBody>
        </p:sp>
        <p:sp>
          <p:nvSpPr>
            <p:cNvPr id="57" name="Title 1">
              <a:extLst>
                <a:ext uri="{FF2B5EF4-FFF2-40B4-BE49-F238E27FC236}">
                  <a16:creationId xmlns:a16="http://schemas.microsoft.com/office/drawing/2014/main" id="{A2BF7A3F-9B86-5EF3-2E39-DDF8FA91FE20}"/>
                </a:ext>
              </a:extLst>
            </p:cNvPr>
            <p:cNvSpPr txBox="1">
              <a:spLocks/>
            </p:cNvSpPr>
            <p:nvPr/>
          </p:nvSpPr>
          <p:spPr>
            <a:xfrm>
              <a:off x="8208636" y="3468580"/>
              <a:ext cx="2781882" cy="856926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1400" dirty="0">
                  <a:latin typeface="Google Sans Flex" panose="020B0503030502040204" pitchFamily="34" charset="0"/>
                  <a:ea typeface="Google Sans Flex" panose="020B0503030502040204" pitchFamily="34" charset="0"/>
                  <a:cs typeface="Google Sans Flex" panose="020B0503030502040204" pitchFamily="34" charset="0"/>
                </a:rPr>
                <a:t>The best plan when trucks run short, and why</a:t>
              </a:r>
            </a:p>
          </p:txBody>
        </p:sp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0E747BC9-DF6B-DF2F-5154-28EEC8DB6FAA}"/>
                </a:ext>
              </a:extLst>
            </p:cNvPr>
            <p:cNvSpPr/>
            <p:nvPr/>
          </p:nvSpPr>
          <p:spPr>
            <a:xfrm>
              <a:off x="979913" y="1963103"/>
              <a:ext cx="3158537" cy="2354455"/>
            </a:xfrm>
            <a:prstGeom prst="roundRect">
              <a:avLst>
                <a:gd name="adj" fmla="val 18532"/>
              </a:avLst>
            </a:prstGeom>
            <a:solidFill>
              <a:schemeClr val="bg1"/>
            </a:solidFill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tx1"/>
                  </a:gs>
                  <a:gs pos="83000">
                    <a:schemeClr val="tx1"/>
                  </a:gs>
                  <a:gs pos="100000">
                    <a:schemeClr val="bg1"/>
                  </a:gs>
                </a:gsLst>
                <a:lin ang="11400000" scaled="0"/>
              </a:gradFill>
            </a:ln>
            <a:effectLst>
              <a:outerShdw blurRad="1270000" dist="177800" dir="4800000" sx="102000" sy="102000" algn="l" rotWithShape="0">
                <a:prstClr val="black">
                  <a:alpha val="1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Title 1">
              <a:extLst>
                <a:ext uri="{FF2B5EF4-FFF2-40B4-BE49-F238E27FC236}">
                  <a16:creationId xmlns:a16="http://schemas.microsoft.com/office/drawing/2014/main" id="{D709D485-C043-6250-18A7-98421D3AA87A}"/>
                </a:ext>
              </a:extLst>
            </p:cNvPr>
            <p:cNvSpPr txBox="1">
              <a:spLocks/>
            </p:cNvSpPr>
            <p:nvPr/>
          </p:nvSpPr>
          <p:spPr>
            <a:xfrm>
              <a:off x="1168226" y="2660312"/>
              <a:ext cx="2023942" cy="750448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3600" dirty="0">
                  <a:solidFill>
                    <a:srgbClr val="001B09"/>
                  </a:solidFill>
                  <a:latin typeface="Google Sans Flex SemiBold" panose="020B0503030502040204" pitchFamily="34" charset="0"/>
                  <a:ea typeface="Google Sans Flex SemiBold" panose="020B0503030502040204" pitchFamily="34" charset="0"/>
                  <a:cs typeface="Google Sans Flex SemiBold" panose="020B0503030502040204" pitchFamily="34" charset="0"/>
                </a:rPr>
                <a:t>Predict</a:t>
              </a:r>
              <a:endParaRPr lang="en-US" sz="3600" dirty="0">
                <a:solidFill>
                  <a:srgbClr val="001B09"/>
                </a:solidFill>
                <a:latin typeface="Google Sans Flex Light" panose="020B0503030502040204" pitchFamily="34" charset="0"/>
                <a:ea typeface="Google Sans Flex Light" panose="020B0503030502040204" pitchFamily="34" charset="0"/>
                <a:cs typeface="Google Sans Flex Light" panose="020B0503030502040204" pitchFamily="34" charset="0"/>
              </a:endParaRPr>
            </a:p>
          </p:txBody>
        </p:sp>
        <p:sp>
          <p:nvSpPr>
            <p:cNvPr id="64" name="Title 1">
              <a:extLst>
                <a:ext uri="{FF2B5EF4-FFF2-40B4-BE49-F238E27FC236}">
                  <a16:creationId xmlns:a16="http://schemas.microsoft.com/office/drawing/2014/main" id="{B84B8AD1-3C3D-39D1-67EE-3287CE4A0F89}"/>
                </a:ext>
              </a:extLst>
            </p:cNvPr>
            <p:cNvSpPr txBox="1">
              <a:spLocks/>
            </p:cNvSpPr>
            <p:nvPr/>
          </p:nvSpPr>
          <p:spPr>
            <a:xfrm>
              <a:off x="1163477" y="3468580"/>
              <a:ext cx="2781882" cy="856926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1400" dirty="0">
                  <a:latin typeface="Google Sans Flex" panose="020B0503030502040204" pitchFamily="34" charset="0"/>
                  <a:ea typeface="Google Sans Flex" panose="020B0503030502040204" pitchFamily="34" charset="0"/>
                  <a:cs typeface="Google Sans Flex" panose="020B0503030502040204" pitchFamily="34" charset="0"/>
                </a:rPr>
                <a:t>Which stops will be late, and how long unloading takes</a:t>
              </a:r>
            </a:p>
          </p:txBody>
        </p:sp>
        <p:sp>
          <p:nvSpPr>
            <p:cNvPr id="123" name="Rectangle: Rounded Corners 122">
              <a:extLst>
                <a:ext uri="{FF2B5EF4-FFF2-40B4-BE49-F238E27FC236}">
                  <a16:creationId xmlns:a16="http://schemas.microsoft.com/office/drawing/2014/main" id="{B7DB3C4B-FC4B-816B-38CB-C6DD9AE0DB08}"/>
                </a:ext>
              </a:extLst>
            </p:cNvPr>
            <p:cNvSpPr/>
            <p:nvPr/>
          </p:nvSpPr>
          <p:spPr>
            <a:xfrm>
              <a:off x="1184128" y="2163210"/>
              <a:ext cx="818509" cy="36192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>
              <a:noFill/>
            </a:ln>
            <a:effectLst>
              <a:outerShdw blurRad="1270000" dist="177800" dir="4800000" sx="102000" sy="102000" algn="l" rotWithShape="0">
                <a:prstClr val="black">
                  <a:alpha val="1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Title 1">
              <a:extLst>
                <a:ext uri="{FF2B5EF4-FFF2-40B4-BE49-F238E27FC236}">
                  <a16:creationId xmlns:a16="http://schemas.microsoft.com/office/drawing/2014/main" id="{CAA45AE2-E374-FB56-9F4C-BCB03F0B4F6A}"/>
                </a:ext>
              </a:extLst>
            </p:cNvPr>
            <p:cNvSpPr txBox="1">
              <a:spLocks/>
            </p:cNvSpPr>
            <p:nvPr/>
          </p:nvSpPr>
          <p:spPr>
            <a:xfrm>
              <a:off x="1238204" y="2213432"/>
              <a:ext cx="764433" cy="359189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1400" dirty="0">
                  <a:latin typeface="Google Sans Flex" panose="020B0503030502040204" pitchFamily="34" charset="0"/>
                  <a:ea typeface="Google Sans Flex" panose="020B0503030502040204" pitchFamily="34" charset="0"/>
                  <a:cs typeface="Google Sans Flex" panose="020B0503030502040204" pitchFamily="34" charset="0"/>
                </a:rPr>
                <a:t>Task 1</a:t>
              </a:r>
            </a:p>
          </p:txBody>
        </p:sp>
        <p:sp>
          <p:nvSpPr>
            <p:cNvPr id="129" name="Rectangle: Rounded Corners 128">
              <a:extLst>
                <a:ext uri="{FF2B5EF4-FFF2-40B4-BE49-F238E27FC236}">
                  <a16:creationId xmlns:a16="http://schemas.microsoft.com/office/drawing/2014/main" id="{0778670C-26E6-B125-8F1B-CC8937A1332E}"/>
                </a:ext>
              </a:extLst>
            </p:cNvPr>
            <p:cNvSpPr/>
            <p:nvPr/>
          </p:nvSpPr>
          <p:spPr>
            <a:xfrm>
              <a:off x="4728897" y="2163210"/>
              <a:ext cx="916528" cy="36192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>
              <a:noFill/>
            </a:ln>
            <a:effectLst>
              <a:outerShdw blurRad="1270000" dist="177800" dir="4800000" sx="102000" sy="102000" algn="l" rotWithShape="0">
                <a:prstClr val="black">
                  <a:alpha val="1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Title 1">
              <a:extLst>
                <a:ext uri="{FF2B5EF4-FFF2-40B4-BE49-F238E27FC236}">
                  <a16:creationId xmlns:a16="http://schemas.microsoft.com/office/drawing/2014/main" id="{5306B125-F043-8040-94EE-3136B5BD71E6}"/>
                </a:ext>
              </a:extLst>
            </p:cNvPr>
            <p:cNvSpPr txBox="1">
              <a:spLocks/>
            </p:cNvSpPr>
            <p:nvPr/>
          </p:nvSpPr>
          <p:spPr>
            <a:xfrm>
              <a:off x="4782973" y="2213432"/>
              <a:ext cx="862452" cy="359189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1400" dirty="0">
                  <a:latin typeface="Google Sans Flex" panose="020B0503030502040204" pitchFamily="34" charset="0"/>
                  <a:ea typeface="Google Sans Flex" panose="020B0503030502040204" pitchFamily="34" charset="0"/>
                  <a:cs typeface="Google Sans Flex" panose="020B0503030502040204" pitchFamily="34" charset="0"/>
                </a:rPr>
                <a:t>Task 2A</a:t>
              </a:r>
            </a:p>
          </p:txBody>
        </p:sp>
        <p:sp>
          <p:nvSpPr>
            <p:cNvPr id="131" name="Rectangle: Rounded Corners 130">
              <a:extLst>
                <a:ext uri="{FF2B5EF4-FFF2-40B4-BE49-F238E27FC236}">
                  <a16:creationId xmlns:a16="http://schemas.microsoft.com/office/drawing/2014/main" id="{8A824ECD-E0CC-6F01-7537-F0D1E2A2AAEF}"/>
                </a:ext>
              </a:extLst>
            </p:cNvPr>
            <p:cNvSpPr/>
            <p:nvPr/>
          </p:nvSpPr>
          <p:spPr>
            <a:xfrm>
              <a:off x="8311177" y="2163210"/>
              <a:ext cx="2049371" cy="36192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>
              <a:noFill/>
            </a:ln>
            <a:effectLst>
              <a:outerShdw blurRad="1270000" dist="177800" dir="4800000" sx="102000" sy="102000" algn="l" rotWithShape="0">
                <a:prstClr val="black">
                  <a:alpha val="1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Title 1">
              <a:extLst>
                <a:ext uri="{FF2B5EF4-FFF2-40B4-BE49-F238E27FC236}">
                  <a16:creationId xmlns:a16="http://schemas.microsoft.com/office/drawing/2014/main" id="{7E2B62AA-4F5B-27FD-0596-743D5CC04730}"/>
                </a:ext>
              </a:extLst>
            </p:cNvPr>
            <p:cNvSpPr txBox="1">
              <a:spLocks/>
            </p:cNvSpPr>
            <p:nvPr/>
          </p:nvSpPr>
          <p:spPr>
            <a:xfrm>
              <a:off x="8365253" y="2213432"/>
              <a:ext cx="2241784" cy="359189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1400" dirty="0">
                  <a:latin typeface="Google Sans Flex" panose="020B0503030502040204" pitchFamily="34" charset="0"/>
                  <a:ea typeface="Google Sans Flex" panose="020B0503030502040204" pitchFamily="34" charset="0"/>
                  <a:cs typeface="Google Sans Flex" panose="020B0503030502040204" pitchFamily="34" charset="0"/>
                </a:rPr>
                <a:t>Task 2B + Live planner</a:t>
              </a:r>
            </a:p>
          </p:txBody>
        </p: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59BFA29D-0FF1-7A95-5AB7-416026D468DA}"/>
                </a:ext>
              </a:extLst>
            </p:cNvPr>
            <p:cNvCxnSpPr>
              <a:cxnSpLocks/>
            </p:cNvCxnSpPr>
            <p:nvPr/>
          </p:nvCxnSpPr>
          <p:spPr>
            <a:xfrm>
              <a:off x="1016994" y="3288899"/>
              <a:ext cx="2994407" cy="0"/>
            </a:xfrm>
            <a:prstGeom prst="line">
              <a:avLst/>
            </a:prstGeom>
            <a:ln w="9525">
              <a:gradFill>
                <a:gsLst>
                  <a:gs pos="0">
                    <a:schemeClr val="bg1"/>
                  </a:gs>
                  <a:gs pos="55000">
                    <a:schemeClr val="tx1"/>
                  </a:gs>
                  <a:gs pos="83000">
                    <a:schemeClr val="tx1"/>
                  </a:gs>
                  <a:gs pos="100000">
                    <a:schemeClr val="bg1"/>
                  </a:gs>
                </a:gsLst>
                <a:lin ang="6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35C5E80B-DF76-1D3D-07EF-945626430442}"/>
                </a:ext>
              </a:extLst>
            </p:cNvPr>
            <p:cNvCxnSpPr>
              <a:cxnSpLocks/>
            </p:cNvCxnSpPr>
            <p:nvPr/>
          </p:nvCxnSpPr>
          <p:spPr>
            <a:xfrm>
              <a:off x="4598796" y="3288899"/>
              <a:ext cx="2994407" cy="0"/>
            </a:xfrm>
            <a:prstGeom prst="line">
              <a:avLst/>
            </a:prstGeom>
            <a:ln w="9525">
              <a:gradFill>
                <a:gsLst>
                  <a:gs pos="0">
                    <a:schemeClr val="bg1"/>
                  </a:gs>
                  <a:gs pos="55000">
                    <a:schemeClr val="tx1"/>
                  </a:gs>
                  <a:gs pos="83000">
                    <a:schemeClr val="tx1"/>
                  </a:gs>
                  <a:gs pos="100000">
                    <a:schemeClr val="bg1"/>
                  </a:gs>
                </a:gsLst>
                <a:lin ang="6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5C4222F3-E03A-96F9-E2DF-333B937ADD86}"/>
                </a:ext>
              </a:extLst>
            </p:cNvPr>
            <p:cNvCxnSpPr>
              <a:cxnSpLocks/>
            </p:cNvCxnSpPr>
            <p:nvPr/>
          </p:nvCxnSpPr>
          <p:spPr>
            <a:xfrm>
              <a:off x="8137188" y="3288899"/>
              <a:ext cx="2994407" cy="0"/>
            </a:xfrm>
            <a:prstGeom prst="line">
              <a:avLst/>
            </a:prstGeom>
            <a:ln w="9525">
              <a:gradFill>
                <a:gsLst>
                  <a:gs pos="0">
                    <a:schemeClr val="bg1"/>
                  </a:gs>
                  <a:gs pos="55000">
                    <a:schemeClr val="tx1"/>
                  </a:gs>
                  <a:gs pos="83000">
                    <a:schemeClr val="tx1"/>
                  </a:gs>
                  <a:gs pos="100000">
                    <a:schemeClr val="bg1"/>
                  </a:gs>
                </a:gsLst>
                <a:lin ang="6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8" name="Rectangle: Rounded Corners 137">
              <a:extLst>
                <a:ext uri="{FF2B5EF4-FFF2-40B4-BE49-F238E27FC236}">
                  <a16:creationId xmlns:a16="http://schemas.microsoft.com/office/drawing/2014/main" id="{5A1499AC-5A0F-7357-39C7-C2DEC6887595}"/>
                </a:ext>
              </a:extLst>
            </p:cNvPr>
            <p:cNvSpPr/>
            <p:nvPr/>
          </p:nvSpPr>
          <p:spPr>
            <a:xfrm>
              <a:off x="952536" y="4901418"/>
              <a:ext cx="1595084" cy="65343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tx1"/>
                  </a:gs>
                  <a:gs pos="83000">
                    <a:schemeClr val="tx1"/>
                  </a:gs>
                  <a:gs pos="100000">
                    <a:schemeClr val="bg1"/>
                  </a:gs>
                </a:gsLst>
                <a:lin ang="11400000" scaled="0"/>
              </a:gradFill>
            </a:ln>
            <a:effectLst>
              <a:outerShdw blurRad="1270000" dist="177800" dir="4800000" sx="102000" sy="102000" algn="l" rotWithShape="0">
                <a:prstClr val="black">
                  <a:alpha val="1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Rectangle: Rounded Corners 138">
              <a:extLst>
                <a:ext uri="{FF2B5EF4-FFF2-40B4-BE49-F238E27FC236}">
                  <a16:creationId xmlns:a16="http://schemas.microsoft.com/office/drawing/2014/main" id="{3DF1FEAC-A5F3-5A85-238A-D7248DE02390}"/>
                </a:ext>
              </a:extLst>
            </p:cNvPr>
            <p:cNvSpPr/>
            <p:nvPr/>
          </p:nvSpPr>
          <p:spPr>
            <a:xfrm>
              <a:off x="2919427" y="4901418"/>
              <a:ext cx="2267742" cy="65343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tx1"/>
                  </a:gs>
                  <a:gs pos="83000">
                    <a:schemeClr val="tx1"/>
                  </a:gs>
                  <a:gs pos="100000">
                    <a:schemeClr val="bg1"/>
                  </a:gs>
                </a:gsLst>
                <a:lin ang="11400000" scaled="0"/>
              </a:gradFill>
            </a:ln>
            <a:effectLst>
              <a:outerShdw blurRad="1270000" dist="177800" dir="4800000" sx="102000" sy="102000" algn="l" rotWithShape="0">
                <a:prstClr val="black">
                  <a:alpha val="1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Rectangle: Rounded Corners 139">
              <a:extLst>
                <a:ext uri="{FF2B5EF4-FFF2-40B4-BE49-F238E27FC236}">
                  <a16:creationId xmlns:a16="http://schemas.microsoft.com/office/drawing/2014/main" id="{17316D43-3E4C-7359-A968-967D2381C583}"/>
                </a:ext>
              </a:extLst>
            </p:cNvPr>
            <p:cNvSpPr/>
            <p:nvPr/>
          </p:nvSpPr>
          <p:spPr>
            <a:xfrm>
              <a:off x="5514371" y="4901418"/>
              <a:ext cx="3158536" cy="65343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tx1"/>
                  </a:gs>
                  <a:gs pos="83000">
                    <a:schemeClr val="tx1"/>
                  </a:gs>
                  <a:gs pos="100000">
                    <a:schemeClr val="bg1"/>
                  </a:gs>
                </a:gsLst>
                <a:lin ang="11400000" scaled="0"/>
              </a:gradFill>
            </a:ln>
            <a:effectLst>
              <a:outerShdw blurRad="1270000" dist="177800" dir="4800000" sx="102000" sy="102000" algn="l" rotWithShape="0">
                <a:prstClr val="black">
                  <a:alpha val="1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Rectangle: Rounded Corners 140">
              <a:extLst>
                <a:ext uri="{FF2B5EF4-FFF2-40B4-BE49-F238E27FC236}">
                  <a16:creationId xmlns:a16="http://schemas.microsoft.com/office/drawing/2014/main" id="{213F236E-66CA-22D5-F765-5E826103CB6F}"/>
                </a:ext>
              </a:extLst>
            </p:cNvPr>
            <p:cNvSpPr/>
            <p:nvPr/>
          </p:nvSpPr>
          <p:spPr>
            <a:xfrm>
              <a:off x="8971722" y="4901418"/>
              <a:ext cx="2267742" cy="653434"/>
            </a:xfrm>
            <a:prstGeom prst="roundRect">
              <a:avLst>
                <a:gd name="adj" fmla="val 50000"/>
              </a:avLst>
            </a:prstGeom>
            <a:solidFill>
              <a:srgbClr val="006A62"/>
            </a:solidFill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tx1"/>
                  </a:gs>
                  <a:gs pos="83000">
                    <a:schemeClr val="tx1"/>
                  </a:gs>
                  <a:gs pos="100000">
                    <a:schemeClr val="bg1"/>
                  </a:gs>
                </a:gsLst>
                <a:lin ang="11400000" scaled="0"/>
              </a:gradFill>
            </a:ln>
            <a:effectLst>
              <a:outerShdw blurRad="1270000" dist="177800" dir="4800000" sx="102000" sy="102000" algn="l" rotWithShape="0">
                <a:prstClr val="black">
                  <a:alpha val="1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Title 1">
              <a:extLst>
                <a:ext uri="{FF2B5EF4-FFF2-40B4-BE49-F238E27FC236}">
                  <a16:creationId xmlns:a16="http://schemas.microsoft.com/office/drawing/2014/main" id="{9971884F-31A9-0D23-6B97-5A91D94E32BC}"/>
                </a:ext>
              </a:extLst>
            </p:cNvPr>
            <p:cNvSpPr txBox="1">
              <a:spLocks/>
            </p:cNvSpPr>
            <p:nvPr/>
          </p:nvSpPr>
          <p:spPr>
            <a:xfrm>
              <a:off x="1057932" y="5076181"/>
              <a:ext cx="1489688" cy="438912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GB" sz="1800" dirty="0">
                  <a:latin typeface="Google Sans Flex SemiBold" panose="020B0503030502040204" pitchFamily="34" charset="0"/>
                  <a:ea typeface="Google Sans Flex SemiBold" panose="020B0503030502040204" pitchFamily="34" charset="0"/>
                  <a:cs typeface="Google Sans Flex SemiBold" panose="020B0503030502040204" pitchFamily="34" charset="0"/>
                </a:rPr>
                <a:t>Rules First</a:t>
              </a:r>
            </a:p>
          </p:txBody>
        </p:sp>
        <p:sp>
          <p:nvSpPr>
            <p:cNvPr id="144" name="Title 1">
              <a:extLst>
                <a:ext uri="{FF2B5EF4-FFF2-40B4-BE49-F238E27FC236}">
                  <a16:creationId xmlns:a16="http://schemas.microsoft.com/office/drawing/2014/main" id="{9796F47D-0362-52E5-559A-7D72CAF6D661}"/>
                </a:ext>
              </a:extLst>
            </p:cNvPr>
            <p:cNvSpPr txBox="1">
              <a:spLocks/>
            </p:cNvSpPr>
            <p:nvPr/>
          </p:nvSpPr>
          <p:spPr>
            <a:xfrm>
              <a:off x="3044215" y="5076181"/>
              <a:ext cx="2176005" cy="438912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GB" sz="1800" dirty="0">
                  <a:latin typeface="Google Sans Flex SemiBold" panose="020B0503030502040204" pitchFamily="34" charset="0"/>
                  <a:ea typeface="Google Sans Flex SemiBold" panose="020B0503030502040204" pitchFamily="34" charset="0"/>
                  <a:cs typeface="Google Sans Flex SemiBold" panose="020B0503030502040204" pitchFamily="34" charset="0"/>
                </a:rPr>
                <a:t>Our own models</a:t>
              </a:r>
            </a:p>
          </p:txBody>
        </p:sp>
        <p:sp>
          <p:nvSpPr>
            <p:cNvPr id="146" name="Title 1">
              <a:extLst>
                <a:ext uri="{FF2B5EF4-FFF2-40B4-BE49-F238E27FC236}">
                  <a16:creationId xmlns:a16="http://schemas.microsoft.com/office/drawing/2014/main" id="{9751A0B5-5AFF-FFA8-5F3E-9C69FD7B3FA5}"/>
                </a:ext>
              </a:extLst>
            </p:cNvPr>
            <p:cNvSpPr txBox="1">
              <a:spLocks/>
            </p:cNvSpPr>
            <p:nvPr/>
          </p:nvSpPr>
          <p:spPr>
            <a:xfrm>
              <a:off x="5642445" y="5076181"/>
              <a:ext cx="2920977" cy="438912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 fontScale="92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GB" sz="1800" dirty="0">
                  <a:latin typeface="Google Sans Flex SemiBold" panose="020B0503030502040204" pitchFamily="34" charset="0"/>
                  <a:ea typeface="Google Sans Flex SemiBold" panose="020B0503030502040204" pitchFamily="34" charset="0"/>
                  <a:cs typeface="Google Sans Flex SemiBold" panose="020B0503030502040204" pitchFamily="34" charset="0"/>
                </a:rPr>
                <a:t>Language AI, wording only</a:t>
              </a:r>
            </a:p>
          </p:txBody>
        </p:sp>
        <p:sp>
          <p:nvSpPr>
            <p:cNvPr id="148" name="Title 1">
              <a:extLst>
                <a:ext uri="{FF2B5EF4-FFF2-40B4-BE49-F238E27FC236}">
                  <a16:creationId xmlns:a16="http://schemas.microsoft.com/office/drawing/2014/main" id="{2BED729D-7545-1B2A-D183-0ADAF0CE2F1E}"/>
                </a:ext>
              </a:extLst>
            </p:cNvPr>
            <p:cNvSpPr txBox="1">
              <a:spLocks/>
            </p:cNvSpPr>
            <p:nvPr/>
          </p:nvSpPr>
          <p:spPr>
            <a:xfrm>
              <a:off x="9102623" y="5076181"/>
              <a:ext cx="2136841" cy="438912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GB" sz="1800" dirty="0">
                  <a:solidFill>
                    <a:srgbClr val="DDDDDD"/>
                  </a:solidFill>
                  <a:latin typeface="Google Sans Flex SemiBold" panose="020B0503030502040204" pitchFamily="34" charset="0"/>
                  <a:ea typeface="Google Sans Flex SemiBold" panose="020B0503030502040204" pitchFamily="34" charset="0"/>
                  <a:cs typeface="Google Sans Flex SemiBold" panose="020B0503030502040204" pitchFamily="34" charset="0"/>
                </a:rPr>
                <a:t>A person decides</a:t>
              </a: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801CAB30-2C95-0C09-CD62-AB58A105D83C}"/>
                </a:ext>
              </a:extLst>
            </p:cNvPr>
            <p:cNvSpPr txBox="1"/>
            <p:nvPr/>
          </p:nvSpPr>
          <p:spPr>
            <a:xfrm>
              <a:off x="925704" y="5991397"/>
              <a:ext cx="1002756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Google Sans Flex" panose="020B0503030502040204" pitchFamily="34" charset="0"/>
                  <a:ea typeface="Google Sans Flex" panose="020B0503030502040204" pitchFamily="34" charset="0"/>
                  <a:cs typeface="Google Sans Flex" panose="020B0503030502040204" pitchFamily="34" charset="0"/>
                </a:rPr>
                <a:t>If a model is ever down, GO falls back to a safe estimate and says so on screen</a:t>
              </a:r>
            </a:p>
          </p:txBody>
        </p: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208616F2-8AF3-E739-9287-EAB90056A509}"/>
                </a:ext>
              </a:extLst>
            </p:cNvPr>
            <p:cNvGrpSpPr/>
            <p:nvPr/>
          </p:nvGrpSpPr>
          <p:grpSpPr>
            <a:xfrm>
              <a:off x="2669650" y="5098147"/>
              <a:ext cx="127747" cy="259975"/>
              <a:chOff x="421341" y="484094"/>
              <a:chExt cx="127747" cy="259975"/>
            </a:xfrm>
          </p:grpSpPr>
          <p:cxnSp>
            <p:nvCxnSpPr>
              <p:cNvPr id="159" name="Straight Connector 158">
                <a:extLst>
                  <a:ext uri="{FF2B5EF4-FFF2-40B4-BE49-F238E27FC236}">
                    <a16:creationId xmlns:a16="http://schemas.microsoft.com/office/drawing/2014/main" id="{20B26CEF-6601-0400-E626-1BBDDE4BBC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1341" y="484094"/>
                <a:ext cx="127747" cy="127747"/>
              </a:xfrm>
              <a:prstGeom prst="line">
                <a:avLst/>
              </a:prstGeom>
              <a:ln w="190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Straight Connector 159">
                <a:extLst>
                  <a:ext uri="{FF2B5EF4-FFF2-40B4-BE49-F238E27FC236}">
                    <a16:creationId xmlns:a16="http://schemas.microsoft.com/office/drawing/2014/main" id="{BEB1797F-3B76-378C-A5CF-67CA825C694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1341" y="616322"/>
                <a:ext cx="127747" cy="127747"/>
              </a:xfrm>
              <a:prstGeom prst="line">
                <a:avLst/>
              </a:prstGeom>
              <a:ln w="190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111DA617-4684-1197-EEE8-6EDF8323D8F6}"/>
                </a:ext>
              </a:extLst>
            </p:cNvPr>
            <p:cNvGrpSpPr/>
            <p:nvPr/>
          </p:nvGrpSpPr>
          <p:grpSpPr>
            <a:xfrm>
              <a:off x="5270371" y="5098147"/>
              <a:ext cx="127747" cy="259975"/>
              <a:chOff x="421341" y="484094"/>
              <a:chExt cx="127747" cy="259975"/>
            </a:xfrm>
          </p:grpSpPr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866A64E0-7C6A-E391-6C25-7F0DD81BBD6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1341" y="484094"/>
                <a:ext cx="127747" cy="127747"/>
              </a:xfrm>
              <a:prstGeom prst="line">
                <a:avLst/>
              </a:prstGeom>
              <a:ln w="190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FC24008F-3386-434C-3904-2055B17FD6E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1341" y="616322"/>
                <a:ext cx="127747" cy="127747"/>
              </a:xfrm>
              <a:prstGeom prst="line">
                <a:avLst/>
              </a:prstGeom>
              <a:ln w="190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5" name="Group 164">
              <a:extLst>
                <a:ext uri="{FF2B5EF4-FFF2-40B4-BE49-F238E27FC236}">
                  <a16:creationId xmlns:a16="http://schemas.microsoft.com/office/drawing/2014/main" id="{6CDDD7CC-7569-D0EA-99E8-955F93EC0BDB}"/>
                </a:ext>
              </a:extLst>
            </p:cNvPr>
            <p:cNvGrpSpPr/>
            <p:nvPr/>
          </p:nvGrpSpPr>
          <p:grpSpPr>
            <a:xfrm>
              <a:off x="8760854" y="5098147"/>
              <a:ext cx="127747" cy="259975"/>
              <a:chOff x="421341" y="484094"/>
              <a:chExt cx="127747" cy="259975"/>
            </a:xfrm>
          </p:grpSpPr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BAFE4492-3A0C-A5D2-6A7E-862C6CCA6D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1341" y="484094"/>
                <a:ext cx="127747" cy="127747"/>
              </a:xfrm>
              <a:prstGeom prst="line">
                <a:avLst/>
              </a:prstGeom>
              <a:ln w="190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FD1362D1-4FD1-BC22-D4EE-15B1188244A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1341" y="616322"/>
                <a:ext cx="127747" cy="127747"/>
              </a:xfrm>
              <a:prstGeom prst="line">
                <a:avLst/>
              </a:prstGeom>
              <a:ln w="190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41176846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CB004-E431-B965-95DE-ACAF717DA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D071FD2-420D-A127-99AB-F473E0862B1F}"/>
              </a:ext>
            </a:extLst>
          </p:cNvPr>
          <p:cNvSpPr txBox="1">
            <a:spLocks/>
          </p:cNvSpPr>
          <p:nvPr/>
        </p:nvSpPr>
        <p:spPr>
          <a:xfrm>
            <a:off x="925704" y="-6331927"/>
            <a:ext cx="9196306" cy="75044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dirty="0">
                <a:solidFill>
                  <a:srgbClr val="00B050"/>
                </a:solidFill>
                <a:latin typeface="Google Sans Flex SemiBold" panose="020B0503030502040204" pitchFamily="34" charset="0"/>
                <a:ea typeface="Google Sans Flex SemiBold" panose="020B0503030502040204" pitchFamily="34" charset="0"/>
                <a:cs typeface="Google Sans Flex SemiBold" panose="020B0503030502040204" pitchFamily="34" charset="0"/>
              </a:rPr>
              <a:t>Three kinds of intelligence,</a:t>
            </a:r>
            <a:r>
              <a:rPr lang="en-GB" sz="3600">
                <a:solidFill>
                  <a:srgbClr val="00B050"/>
                </a:solidFill>
                <a:latin typeface="Google Sans Flex SemiBold" panose="020B0503030502040204" pitchFamily="34" charset="0"/>
                <a:ea typeface="Google Sans Flex SemiBold" panose="020B0503030502040204" pitchFamily="34" charset="0"/>
                <a:cs typeface="Google Sans Flex SemiBold" panose="020B0503030502040204" pitchFamily="34" charset="0"/>
              </a:rPr>
              <a:t> </a:t>
            </a:r>
            <a:r>
              <a:rPr lang="en-US" sz="3600">
                <a:latin typeface="Google Sans Flex Light" panose="020B0503030502040204" pitchFamily="34" charset="0"/>
                <a:ea typeface="Google Sans Flex Light" panose="020B0503030502040204" pitchFamily="34" charset="0"/>
                <a:cs typeface="Google Sans Flex Light" panose="020B0503030502040204" pitchFamily="34" charset="0"/>
              </a:rPr>
              <a:t>under </a:t>
            </a:r>
            <a:r>
              <a:rPr lang="en-US" sz="3600" dirty="0">
                <a:latin typeface="Google Sans Flex Light" panose="020B0503030502040204" pitchFamily="34" charset="0"/>
                <a:ea typeface="Google Sans Flex Light" panose="020B0503030502040204" pitchFamily="34" charset="0"/>
                <a:cs typeface="Google Sans Flex Light" panose="020B0503030502040204" pitchFamily="34" charset="0"/>
              </a:rPr>
              <a:t>one rule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B1145669-280D-FE33-38B5-078AB04D5E36}"/>
              </a:ext>
            </a:extLst>
          </p:cNvPr>
          <p:cNvSpPr/>
          <p:nvPr/>
        </p:nvSpPr>
        <p:spPr>
          <a:xfrm>
            <a:off x="4516732" y="-5212612"/>
            <a:ext cx="3158537" cy="2354455"/>
          </a:xfrm>
          <a:prstGeom prst="roundRect">
            <a:avLst>
              <a:gd name="adj" fmla="val 18532"/>
            </a:avLst>
          </a:prstGeom>
          <a:solidFill>
            <a:schemeClr val="bg1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tx1"/>
                </a:gs>
                <a:gs pos="83000">
                  <a:schemeClr val="tx1"/>
                </a:gs>
                <a:gs pos="100000">
                  <a:schemeClr val="bg1"/>
                </a:gs>
              </a:gsLst>
              <a:lin ang="11400000" scaled="0"/>
            </a:gradFill>
          </a:ln>
          <a:effectLst>
            <a:outerShdw blurRad="1270000" dist="177800" dir="4800000" sx="102000" sy="102000" algn="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20807315-88E7-B986-0DDF-CF49B7CBD9A7}"/>
              </a:ext>
            </a:extLst>
          </p:cNvPr>
          <p:cNvSpPr/>
          <p:nvPr/>
        </p:nvSpPr>
        <p:spPr>
          <a:xfrm>
            <a:off x="8080927" y="-5212612"/>
            <a:ext cx="3158537" cy="2354455"/>
          </a:xfrm>
          <a:prstGeom prst="roundRect">
            <a:avLst>
              <a:gd name="adj" fmla="val 18532"/>
            </a:avLst>
          </a:prstGeom>
          <a:solidFill>
            <a:schemeClr val="bg1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tx1"/>
                </a:gs>
                <a:gs pos="83000">
                  <a:schemeClr val="tx1"/>
                </a:gs>
                <a:gs pos="100000">
                  <a:schemeClr val="bg1"/>
                </a:gs>
              </a:gsLst>
              <a:lin ang="11400000" scaled="0"/>
            </a:gradFill>
          </a:ln>
          <a:effectLst>
            <a:outerShdw blurRad="1270000" dist="177800" dir="4800000" sx="102000" sy="102000" algn="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itle 1">
            <a:extLst>
              <a:ext uri="{FF2B5EF4-FFF2-40B4-BE49-F238E27FC236}">
                <a16:creationId xmlns:a16="http://schemas.microsoft.com/office/drawing/2014/main" id="{ADD07F52-F0AF-6962-C59B-25926278B518}"/>
              </a:ext>
            </a:extLst>
          </p:cNvPr>
          <p:cNvSpPr txBox="1">
            <a:spLocks/>
          </p:cNvSpPr>
          <p:nvPr/>
        </p:nvSpPr>
        <p:spPr>
          <a:xfrm>
            <a:off x="4705044" y="-4515403"/>
            <a:ext cx="2061515" cy="75044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dirty="0">
                <a:solidFill>
                  <a:srgbClr val="001B09"/>
                </a:solidFill>
                <a:latin typeface="Google Sans Flex SemiBold" panose="020B0503030502040204" pitchFamily="34" charset="0"/>
                <a:ea typeface="Google Sans Flex SemiBold" panose="020B0503030502040204" pitchFamily="34" charset="0"/>
                <a:cs typeface="Google Sans Flex SemiBold" panose="020B0503030502040204" pitchFamily="34" charset="0"/>
              </a:rPr>
              <a:t>Foresee</a:t>
            </a:r>
            <a:endParaRPr lang="en-US" sz="3600" dirty="0">
              <a:solidFill>
                <a:srgbClr val="001B09"/>
              </a:solidFill>
              <a:latin typeface="Google Sans Flex Light" panose="020B0503030502040204" pitchFamily="34" charset="0"/>
              <a:ea typeface="Google Sans Flex Light" panose="020B0503030502040204" pitchFamily="34" charset="0"/>
              <a:cs typeface="Google Sans Flex Light" panose="020B0503030502040204" pitchFamily="34" charset="0"/>
            </a:endParaRPr>
          </a:p>
        </p:txBody>
      </p:sp>
      <p:sp>
        <p:nvSpPr>
          <p:cNvPr id="55" name="Title 1">
            <a:extLst>
              <a:ext uri="{FF2B5EF4-FFF2-40B4-BE49-F238E27FC236}">
                <a16:creationId xmlns:a16="http://schemas.microsoft.com/office/drawing/2014/main" id="{A3DE48C4-460A-F29C-CD52-68196590E4C9}"/>
              </a:ext>
            </a:extLst>
          </p:cNvPr>
          <p:cNvSpPr txBox="1">
            <a:spLocks/>
          </p:cNvSpPr>
          <p:nvPr/>
        </p:nvSpPr>
        <p:spPr>
          <a:xfrm>
            <a:off x="4700296" y="-3707135"/>
            <a:ext cx="2781882" cy="8569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400" dirty="0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Demand ten weeks ahead, as trucks, refrigerated trucks and drivers</a:t>
            </a:r>
          </a:p>
        </p:txBody>
      </p:sp>
      <p:sp>
        <p:nvSpPr>
          <p:cNvPr id="56" name="Title 1">
            <a:extLst>
              <a:ext uri="{FF2B5EF4-FFF2-40B4-BE49-F238E27FC236}">
                <a16:creationId xmlns:a16="http://schemas.microsoft.com/office/drawing/2014/main" id="{B5726D08-57A8-70F9-55BF-295FAB92820D}"/>
              </a:ext>
            </a:extLst>
          </p:cNvPr>
          <p:cNvSpPr txBox="1">
            <a:spLocks/>
          </p:cNvSpPr>
          <p:nvPr/>
        </p:nvSpPr>
        <p:spPr>
          <a:xfrm>
            <a:off x="8213385" y="-4515403"/>
            <a:ext cx="2361848" cy="75044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dirty="0">
                <a:solidFill>
                  <a:srgbClr val="001B09"/>
                </a:solidFill>
                <a:latin typeface="Google Sans Flex SemiBold" panose="020B0503030502040204" pitchFamily="34" charset="0"/>
                <a:ea typeface="Google Sans Flex SemiBold" panose="020B0503030502040204" pitchFamily="34" charset="0"/>
                <a:cs typeface="Google Sans Flex SemiBold" panose="020B0503030502040204" pitchFamily="34" charset="0"/>
              </a:rPr>
              <a:t>Decide</a:t>
            </a:r>
            <a:endParaRPr lang="en-US" sz="3600" dirty="0">
              <a:solidFill>
                <a:srgbClr val="001B09"/>
              </a:solidFill>
              <a:latin typeface="Google Sans Flex Light" panose="020B0503030502040204" pitchFamily="34" charset="0"/>
              <a:ea typeface="Google Sans Flex Light" panose="020B0503030502040204" pitchFamily="34" charset="0"/>
              <a:cs typeface="Google Sans Flex Light" panose="020B0503030502040204" pitchFamily="34" charset="0"/>
            </a:endParaRPr>
          </a:p>
        </p:txBody>
      </p:sp>
      <p:sp>
        <p:nvSpPr>
          <p:cNvPr id="57" name="Title 1">
            <a:extLst>
              <a:ext uri="{FF2B5EF4-FFF2-40B4-BE49-F238E27FC236}">
                <a16:creationId xmlns:a16="http://schemas.microsoft.com/office/drawing/2014/main" id="{3228ECCD-2B8C-7489-F9DF-7963E6DD22C2}"/>
              </a:ext>
            </a:extLst>
          </p:cNvPr>
          <p:cNvSpPr txBox="1">
            <a:spLocks/>
          </p:cNvSpPr>
          <p:nvPr/>
        </p:nvSpPr>
        <p:spPr>
          <a:xfrm>
            <a:off x="8208636" y="-3707135"/>
            <a:ext cx="2781882" cy="8569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400" dirty="0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The best plan when trucks run short, and why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C4920658-3CB9-0C06-3104-EDFF648E9BBC}"/>
              </a:ext>
            </a:extLst>
          </p:cNvPr>
          <p:cNvSpPr/>
          <p:nvPr/>
        </p:nvSpPr>
        <p:spPr>
          <a:xfrm>
            <a:off x="979913" y="-5212612"/>
            <a:ext cx="3158537" cy="2354455"/>
          </a:xfrm>
          <a:prstGeom prst="roundRect">
            <a:avLst>
              <a:gd name="adj" fmla="val 18532"/>
            </a:avLst>
          </a:prstGeom>
          <a:solidFill>
            <a:schemeClr val="bg1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tx1"/>
                </a:gs>
                <a:gs pos="83000">
                  <a:schemeClr val="tx1"/>
                </a:gs>
                <a:gs pos="100000">
                  <a:schemeClr val="bg1"/>
                </a:gs>
              </a:gsLst>
              <a:lin ang="11400000" scaled="0"/>
            </a:gradFill>
          </a:ln>
          <a:effectLst>
            <a:outerShdw blurRad="1270000" dist="177800" dir="4800000" sx="102000" sy="102000" algn="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itle 1">
            <a:extLst>
              <a:ext uri="{FF2B5EF4-FFF2-40B4-BE49-F238E27FC236}">
                <a16:creationId xmlns:a16="http://schemas.microsoft.com/office/drawing/2014/main" id="{CE74572A-05FD-B9BB-8963-627DAC4A0309}"/>
              </a:ext>
            </a:extLst>
          </p:cNvPr>
          <p:cNvSpPr txBox="1">
            <a:spLocks/>
          </p:cNvSpPr>
          <p:nvPr/>
        </p:nvSpPr>
        <p:spPr>
          <a:xfrm>
            <a:off x="1168226" y="-4515403"/>
            <a:ext cx="2023942" cy="75044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dirty="0">
                <a:solidFill>
                  <a:srgbClr val="001B09"/>
                </a:solidFill>
                <a:latin typeface="Google Sans Flex SemiBold" panose="020B0503030502040204" pitchFamily="34" charset="0"/>
                <a:ea typeface="Google Sans Flex SemiBold" panose="020B0503030502040204" pitchFamily="34" charset="0"/>
                <a:cs typeface="Google Sans Flex SemiBold" panose="020B0503030502040204" pitchFamily="34" charset="0"/>
              </a:rPr>
              <a:t>Predict</a:t>
            </a:r>
            <a:endParaRPr lang="en-US" sz="3600" dirty="0">
              <a:solidFill>
                <a:srgbClr val="001B09"/>
              </a:solidFill>
              <a:latin typeface="Google Sans Flex Light" panose="020B0503030502040204" pitchFamily="34" charset="0"/>
              <a:ea typeface="Google Sans Flex Light" panose="020B0503030502040204" pitchFamily="34" charset="0"/>
              <a:cs typeface="Google Sans Flex Light" panose="020B0503030502040204" pitchFamily="34" charset="0"/>
            </a:endParaRPr>
          </a:p>
        </p:txBody>
      </p:sp>
      <p:sp>
        <p:nvSpPr>
          <p:cNvPr id="64" name="Title 1">
            <a:extLst>
              <a:ext uri="{FF2B5EF4-FFF2-40B4-BE49-F238E27FC236}">
                <a16:creationId xmlns:a16="http://schemas.microsoft.com/office/drawing/2014/main" id="{ED1740F4-03D7-8A5D-C14A-65B0F42B3B0F}"/>
              </a:ext>
            </a:extLst>
          </p:cNvPr>
          <p:cNvSpPr txBox="1">
            <a:spLocks/>
          </p:cNvSpPr>
          <p:nvPr/>
        </p:nvSpPr>
        <p:spPr>
          <a:xfrm>
            <a:off x="1163477" y="-3707135"/>
            <a:ext cx="2781882" cy="8569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400" dirty="0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Which stops will be late, and how long unloading takes</a:t>
            </a:r>
          </a:p>
        </p:txBody>
      </p:sp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D3655390-3564-BD4F-E8BD-D6A8937BC270}"/>
              </a:ext>
            </a:extLst>
          </p:cNvPr>
          <p:cNvSpPr/>
          <p:nvPr/>
        </p:nvSpPr>
        <p:spPr>
          <a:xfrm>
            <a:off x="1184128" y="-5012505"/>
            <a:ext cx="818509" cy="361927"/>
          </a:xfrm>
          <a:prstGeom prst="roundRect">
            <a:avLst>
              <a:gd name="adj" fmla="val 50000"/>
            </a:avLst>
          </a:prstGeom>
          <a:solidFill>
            <a:srgbClr val="DDDDDD"/>
          </a:solidFill>
          <a:ln>
            <a:noFill/>
          </a:ln>
          <a:effectLst>
            <a:outerShdw blurRad="1270000" dist="177800" dir="4800000" sx="102000" sy="102000" algn="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Title 1">
            <a:extLst>
              <a:ext uri="{FF2B5EF4-FFF2-40B4-BE49-F238E27FC236}">
                <a16:creationId xmlns:a16="http://schemas.microsoft.com/office/drawing/2014/main" id="{AC53FE03-AD29-AFCD-11A4-2C1B4417E1A9}"/>
              </a:ext>
            </a:extLst>
          </p:cNvPr>
          <p:cNvSpPr txBox="1">
            <a:spLocks/>
          </p:cNvSpPr>
          <p:nvPr/>
        </p:nvSpPr>
        <p:spPr>
          <a:xfrm>
            <a:off x="1238204" y="-4962283"/>
            <a:ext cx="764433" cy="3591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400" dirty="0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Task 1</a:t>
            </a:r>
          </a:p>
        </p:txBody>
      </p:sp>
      <p:sp>
        <p:nvSpPr>
          <p:cNvPr id="129" name="Rectangle: Rounded Corners 128">
            <a:extLst>
              <a:ext uri="{FF2B5EF4-FFF2-40B4-BE49-F238E27FC236}">
                <a16:creationId xmlns:a16="http://schemas.microsoft.com/office/drawing/2014/main" id="{6276442F-4AD7-03A7-2436-5FE41672B908}"/>
              </a:ext>
            </a:extLst>
          </p:cNvPr>
          <p:cNvSpPr/>
          <p:nvPr/>
        </p:nvSpPr>
        <p:spPr>
          <a:xfrm>
            <a:off x="4728897" y="-5012505"/>
            <a:ext cx="916528" cy="361927"/>
          </a:xfrm>
          <a:prstGeom prst="roundRect">
            <a:avLst>
              <a:gd name="adj" fmla="val 50000"/>
            </a:avLst>
          </a:prstGeom>
          <a:solidFill>
            <a:srgbClr val="DDDDDD"/>
          </a:solidFill>
          <a:ln>
            <a:noFill/>
          </a:ln>
          <a:effectLst>
            <a:outerShdw blurRad="1270000" dist="177800" dir="4800000" sx="102000" sy="102000" algn="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Title 1">
            <a:extLst>
              <a:ext uri="{FF2B5EF4-FFF2-40B4-BE49-F238E27FC236}">
                <a16:creationId xmlns:a16="http://schemas.microsoft.com/office/drawing/2014/main" id="{DB652AAA-93FC-8469-8144-E86CDE079F60}"/>
              </a:ext>
            </a:extLst>
          </p:cNvPr>
          <p:cNvSpPr txBox="1">
            <a:spLocks/>
          </p:cNvSpPr>
          <p:nvPr/>
        </p:nvSpPr>
        <p:spPr>
          <a:xfrm>
            <a:off x="4782973" y="-4962283"/>
            <a:ext cx="862452" cy="3591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400" dirty="0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Task 2A</a:t>
            </a:r>
          </a:p>
        </p:txBody>
      </p:sp>
      <p:sp>
        <p:nvSpPr>
          <p:cNvPr id="131" name="Rectangle: Rounded Corners 130">
            <a:extLst>
              <a:ext uri="{FF2B5EF4-FFF2-40B4-BE49-F238E27FC236}">
                <a16:creationId xmlns:a16="http://schemas.microsoft.com/office/drawing/2014/main" id="{CFD22981-69C6-7B43-AB29-E13B72E71FBC}"/>
              </a:ext>
            </a:extLst>
          </p:cNvPr>
          <p:cNvSpPr/>
          <p:nvPr/>
        </p:nvSpPr>
        <p:spPr>
          <a:xfrm>
            <a:off x="8311177" y="-5012505"/>
            <a:ext cx="2049371" cy="361927"/>
          </a:xfrm>
          <a:prstGeom prst="roundRect">
            <a:avLst>
              <a:gd name="adj" fmla="val 50000"/>
            </a:avLst>
          </a:prstGeom>
          <a:solidFill>
            <a:srgbClr val="DDDDDD"/>
          </a:solidFill>
          <a:ln>
            <a:noFill/>
          </a:ln>
          <a:effectLst>
            <a:outerShdw blurRad="1270000" dist="177800" dir="4800000" sx="102000" sy="102000" algn="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Title 1">
            <a:extLst>
              <a:ext uri="{FF2B5EF4-FFF2-40B4-BE49-F238E27FC236}">
                <a16:creationId xmlns:a16="http://schemas.microsoft.com/office/drawing/2014/main" id="{44012CB0-E672-46EB-A929-E0EEF7176A45}"/>
              </a:ext>
            </a:extLst>
          </p:cNvPr>
          <p:cNvSpPr txBox="1">
            <a:spLocks/>
          </p:cNvSpPr>
          <p:nvPr/>
        </p:nvSpPr>
        <p:spPr>
          <a:xfrm>
            <a:off x="8365253" y="-4962283"/>
            <a:ext cx="2241784" cy="3591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400" dirty="0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Task 2B + Live planner</a:t>
            </a:r>
          </a:p>
        </p:txBody>
      </p: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0F61DF2A-2A5C-EB31-E4FC-D9E74E9BBF4F}"/>
              </a:ext>
            </a:extLst>
          </p:cNvPr>
          <p:cNvCxnSpPr>
            <a:cxnSpLocks/>
          </p:cNvCxnSpPr>
          <p:nvPr/>
        </p:nvCxnSpPr>
        <p:spPr>
          <a:xfrm>
            <a:off x="1016994" y="-3886816"/>
            <a:ext cx="2994407" cy="0"/>
          </a:xfrm>
          <a:prstGeom prst="line">
            <a:avLst/>
          </a:prstGeom>
          <a:ln w="9525">
            <a:gradFill>
              <a:gsLst>
                <a:gs pos="0">
                  <a:schemeClr val="bg1"/>
                </a:gs>
                <a:gs pos="55000">
                  <a:schemeClr val="tx1"/>
                </a:gs>
                <a:gs pos="83000">
                  <a:schemeClr val="tx1"/>
                </a:gs>
                <a:gs pos="100000">
                  <a:schemeClr val="bg1"/>
                </a:gs>
              </a:gsLst>
              <a:lin ang="6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99087FB4-31BE-F3E2-793B-26FDBED76DD0}"/>
              </a:ext>
            </a:extLst>
          </p:cNvPr>
          <p:cNvCxnSpPr>
            <a:cxnSpLocks/>
          </p:cNvCxnSpPr>
          <p:nvPr/>
        </p:nvCxnSpPr>
        <p:spPr>
          <a:xfrm>
            <a:off x="4598796" y="-3886816"/>
            <a:ext cx="2994407" cy="0"/>
          </a:xfrm>
          <a:prstGeom prst="line">
            <a:avLst/>
          </a:prstGeom>
          <a:ln w="9525">
            <a:gradFill>
              <a:gsLst>
                <a:gs pos="0">
                  <a:schemeClr val="bg1"/>
                </a:gs>
                <a:gs pos="55000">
                  <a:schemeClr val="tx1"/>
                </a:gs>
                <a:gs pos="83000">
                  <a:schemeClr val="tx1"/>
                </a:gs>
                <a:gs pos="100000">
                  <a:schemeClr val="bg1"/>
                </a:gs>
              </a:gsLst>
              <a:lin ang="6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BDDC7A9A-2BE7-5876-07A2-0A50C9994149}"/>
              </a:ext>
            </a:extLst>
          </p:cNvPr>
          <p:cNvCxnSpPr>
            <a:cxnSpLocks/>
          </p:cNvCxnSpPr>
          <p:nvPr/>
        </p:nvCxnSpPr>
        <p:spPr>
          <a:xfrm>
            <a:off x="8137188" y="-3886816"/>
            <a:ext cx="2994407" cy="0"/>
          </a:xfrm>
          <a:prstGeom prst="line">
            <a:avLst/>
          </a:prstGeom>
          <a:ln w="9525">
            <a:gradFill>
              <a:gsLst>
                <a:gs pos="0">
                  <a:schemeClr val="bg1"/>
                </a:gs>
                <a:gs pos="55000">
                  <a:schemeClr val="tx1"/>
                </a:gs>
                <a:gs pos="83000">
                  <a:schemeClr val="tx1"/>
                </a:gs>
                <a:gs pos="100000">
                  <a:schemeClr val="bg1"/>
                </a:gs>
              </a:gsLst>
              <a:lin ang="6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Rectangle: Rounded Corners 137">
            <a:extLst>
              <a:ext uri="{FF2B5EF4-FFF2-40B4-BE49-F238E27FC236}">
                <a16:creationId xmlns:a16="http://schemas.microsoft.com/office/drawing/2014/main" id="{E354D6BE-880E-385C-D138-BD5E52BE6D24}"/>
              </a:ext>
            </a:extLst>
          </p:cNvPr>
          <p:cNvSpPr/>
          <p:nvPr/>
        </p:nvSpPr>
        <p:spPr>
          <a:xfrm>
            <a:off x="952536" y="-2274297"/>
            <a:ext cx="1595084" cy="65343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tx1"/>
                </a:gs>
                <a:gs pos="83000">
                  <a:schemeClr val="tx1"/>
                </a:gs>
                <a:gs pos="100000">
                  <a:schemeClr val="bg1"/>
                </a:gs>
              </a:gsLst>
              <a:lin ang="11400000" scaled="0"/>
            </a:gradFill>
          </a:ln>
          <a:effectLst>
            <a:outerShdw blurRad="1270000" dist="177800" dir="4800000" sx="102000" sy="102000" algn="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Rectangle: Rounded Corners 138">
            <a:extLst>
              <a:ext uri="{FF2B5EF4-FFF2-40B4-BE49-F238E27FC236}">
                <a16:creationId xmlns:a16="http://schemas.microsoft.com/office/drawing/2014/main" id="{8AF1C0B1-E927-0322-9C24-B3F14ECFB851}"/>
              </a:ext>
            </a:extLst>
          </p:cNvPr>
          <p:cNvSpPr/>
          <p:nvPr/>
        </p:nvSpPr>
        <p:spPr>
          <a:xfrm>
            <a:off x="2919427" y="-2274297"/>
            <a:ext cx="2267742" cy="65343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tx1"/>
                </a:gs>
                <a:gs pos="83000">
                  <a:schemeClr val="tx1"/>
                </a:gs>
                <a:gs pos="100000">
                  <a:schemeClr val="bg1"/>
                </a:gs>
              </a:gsLst>
              <a:lin ang="11400000" scaled="0"/>
            </a:gradFill>
          </a:ln>
          <a:effectLst>
            <a:outerShdw blurRad="1270000" dist="177800" dir="4800000" sx="102000" sy="102000" algn="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Rectangle: Rounded Corners 139">
            <a:extLst>
              <a:ext uri="{FF2B5EF4-FFF2-40B4-BE49-F238E27FC236}">
                <a16:creationId xmlns:a16="http://schemas.microsoft.com/office/drawing/2014/main" id="{3A90C40D-692D-48DE-D00A-CCE654270E63}"/>
              </a:ext>
            </a:extLst>
          </p:cNvPr>
          <p:cNvSpPr/>
          <p:nvPr/>
        </p:nvSpPr>
        <p:spPr>
          <a:xfrm>
            <a:off x="5514371" y="-2274297"/>
            <a:ext cx="3158536" cy="65343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tx1"/>
                </a:gs>
                <a:gs pos="83000">
                  <a:schemeClr val="tx1"/>
                </a:gs>
                <a:gs pos="100000">
                  <a:schemeClr val="bg1"/>
                </a:gs>
              </a:gsLst>
              <a:lin ang="11400000" scaled="0"/>
            </a:gradFill>
          </a:ln>
          <a:effectLst>
            <a:outerShdw blurRad="1270000" dist="177800" dir="4800000" sx="102000" sy="102000" algn="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Rectangle: Rounded Corners 140">
            <a:extLst>
              <a:ext uri="{FF2B5EF4-FFF2-40B4-BE49-F238E27FC236}">
                <a16:creationId xmlns:a16="http://schemas.microsoft.com/office/drawing/2014/main" id="{BF14757F-ACA6-947C-7EC6-E732BE6B13B2}"/>
              </a:ext>
            </a:extLst>
          </p:cNvPr>
          <p:cNvSpPr/>
          <p:nvPr/>
        </p:nvSpPr>
        <p:spPr>
          <a:xfrm>
            <a:off x="8971722" y="-2274297"/>
            <a:ext cx="2267742" cy="65343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tx1"/>
                </a:gs>
                <a:gs pos="83000">
                  <a:schemeClr val="tx1"/>
                </a:gs>
                <a:gs pos="100000">
                  <a:schemeClr val="bg1"/>
                </a:gs>
              </a:gsLst>
              <a:lin ang="11400000" scaled="0"/>
            </a:gradFill>
          </a:ln>
          <a:effectLst>
            <a:outerShdw blurRad="1270000" dist="177800" dir="4800000" sx="102000" sy="102000" algn="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Title 1">
            <a:extLst>
              <a:ext uri="{FF2B5EF4-FFF2-40B4-BE49-F238E27FC236}">
                <a16:creationId xmlns:a16="http://schemas.microsoft.com/office/drawing/2014/main" id="{1036ABC3-2B12-CC28-4EB5-8BEF2F595C2C}"/>
              </a:ext>
            </a:extLst>
          </p:cNvPr>
          <p:cNvSpPr txBox="1">
            <a:spLocks/>
          </p:cNvSpPr>
          <p:nvPr/>
        </p:nvSpPr>
        <p:spPr>
          <a:xfrm>
            <a:off x="1057932" y="-2099534"/>
            <a:ext cx="1489688" cy="4389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1800" dirty="0">
                <a:latin typeface="Google Sans Flex SemiBold" panose="020B0503030502040204" pitchFamily="34" charset="0"/>
                <a:ea typeface="Google Sans Flex SemiBold" panose="020B0503030502040204" pitchFamily="34" charset="0"/>
                <a:cs typeface="Google Sans Flex SemiBold" panose="020B0503030502040204" pitchFamily="34" charset="0"/>
              </a:rPr>
              <a:t>Rules First</a:t>
            </a:r>
          </a:p>
        </p:txBody>
      </p:sp>
      <p:sp>
        <p:nvSpPr>
          <p:cNvPr id="144" name="Title 1">
            <a:extLst>
              <a:ext uri="{FF2B5EF4-FFF2-40B4-BE49-F238E27FC236}">
                <a16:creationId xmlns:a16="http://schemas.microsoft.com/office/drawing/2014/main" id="{A4575F71-7706-F77F-3476-498DC281471D}"/>
              </a:ext>
            </a:extLst>
          </p:cNvPr>
          <p:cNvSpPr txBox="1">
            <a:spLocks/>
          </p:cNvSpPr>
          <p:nvPr/>
        </p:nvSpPr>
        <p:spPr>
          <a:xfrm>
            <a:off x="3044215" y="-2099534"/>
            <a:ext cx="2176005" cy="4389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1800" dirty="0">
                <a:latin typeface="Google Sans Flex SemiBold" panose="020B0503030502040204" pitchFamily="34" charset="0"/>
                <a:ea typeface="Google Sans Flex SemiBold" panose="020B0503030502040204" pitchFamily="34" charset="0"/>
                <a:cs typeface="Google Sans Flex SemiBold" panose="020B0503030502040204" pitchFamily="34" charset="0"/>
              </a:rPr>
              <a:t>Our own models</a:t>
            </a:r>
          </a:p>
        </p:txBody>
      </p:sp>
      <p:sp>
        <p:nvSpPr>
          <p:cNvPr id="146" name="Title 1">
            <a:extLst>
              <a:ext uri="{FF2B5EF4-FFF2-40B4-BE49-F238E27FC236}">
                <a16:creationId xmlns:a16="http://schemas.microsoft.com/office/drawing/2014/main" id="{347E1F5F-7CCC-DE7B-DC74-3CB5627B083C}"/>
              </a:ext>
            </a:extLst>
          </p:cNvPr>
          <p:cNvSpPr txBox="1">
            <a:spLocks/>
          </p:cNvSpPr>
          <p:nvPr/>
        </p:nvSpPr>
        <p:spPr>
          <a:xfrm>
            <a:off x="5642445" y="-2099534"/>
            <a:ext cx="2920977" cy="43891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1800" dirty="0">
                <a:latin typeface="Google Sans Flex SemiBold" panose="020B0503030502040204" pitchFamily="34" charset="0"/>
                <a:ea typeface="Google Sans Flex SemiBold" panose="020B0503030502040204" pitchFamily="34" charset="0"/>
                <a:cs typeface="Google Sans Flex SemiBold" panose="020B0503030502040204" pitchFamily="34" charset="0"/>
              </a:rPr>
              <a:t>Language AI, wording only</a:t>
            </a:r>
          </a:p>
        </p:txBody>
      </p:sp>
      <p:sp>
        <p:nvSpPr>
          <p:cNvPr id="148" name="Title 1">
            <a:extLst>
              <a:ext uri="{FF2B5EF4-FFF2-40B4-BE49-F238E27FC236}">
                <a16:creationId xmlns:a16="http://schemas.microsoft.com/office/drawing/2014/main" id="{75D93C70-1C7B-A4D0-6A82-57B083A8F8D0}"/>
              </a:ext>
            </a:extLst>
          </p:cNvPr>
          <p:cNvSpPr txBox="1">
            <a:spLocks/>
          </p:cNvSpPr>
          <p:nvPr/>
        </p:nvSpPr>
        <p:spPr>
          <a:xfrm>
            <a:off x="9102623" y="-2099534"/>
            <a:ext cx="2136841" cy="4389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1800" dirty="0">
                <a:latin typeface="Google Sans Flex SemiBold" panose="020B0503030502040204" pitchFamily="34" charset="0"/>
                <a:ea typeface="Google Sans Flex SemiBold" panose="020B0503030502040204" pitchFamily="34" charset="0"/>
                <a:cs typeface="Google Sans Flex SemiBold" panose="020B0503030502040204" pitchFamily="34" charset="0"/>
              </a:rPr>
              <a:t>A person decides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EE5F20DB-FBF3-B764-D4BB-B579CE9D4059}"/>
              </a:ext>
            </a:extLst>
          </p:cNvPr>
          <p:cNvSpPr txBox="1"/>
          <p:nvPr/>
        </p:nvSpPr>
        <p:spPr>
          <a:xfrm>
            <a:off x="925704" y="-1184318"/>
            <a:ext cx="100275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If a model is ever down, GO falls back to a safe estimate and says so on screen</a:t>
            </a:r>
          </a:p>
        </p:txBody>
      </p:sp>
    </p:spTree>
    <p:extLst>
      <p:ext uri="{BB962C8B-B14F-4D97-AF65-F5344CB8AC3E}">
        <p14:creationId xmlns:p14="http://schemas.microsoft.com/office/powerpoint/2010/main" val="18349818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58DEE-5AAC-1C78-4A1C-584850E64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0BA48-D3E0-4104-C6B6-CD839BBB92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6062" y="2853664"/>
            <a:ext cx="9334244" cy="386624"/>
          </a:xfrm>
        </p:spPr>
        <p:txBody>
          <a:bodyPr anchor="ctr">
            <a:noAutofit/>
          </a:bodyPr>
          <a:lstStyle/>
          <a:p>
            <a:pPr algn="l"/>
            <a:r>
              <a:rPr lang="en-GB" sz="7200" dirty="0">
                <a:latin typeface="Google Sans Flex ExtraBold" panose="020B0503030502040204" pitchFamily="34" charset="0"/>
                <a:ea typeface="Google Sans Flex ExtraBold" panose="020B0503030502040204" pitchFamily="34" charset="0"/>
                <a:cs typeface="Google Sans Flex ExtraBold" panose="020B0503030502040204" pitchFamily="34" charset="0"/>
              </a:rPr>
              <a:t>Ground Operations</a:t>
            </a:r>
            <a:endParaRPr lang="en-US" sz="7200" dirty="0">
              <a:latin typeface="Google Sans Flex ExtraBold" panose="020B0503030502040204" pitchFamily="34" charset="0"/>
              <a:ea typeface="Google Sans Flex ExtraBold" panose="020B0503030502040204" pitchFamily="34" charset="0"/>
              <a:cs typeface="Google Sans Flex ExtraBold" panose="020B050303050204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0F3433C-E3AE-B7CF-42E8-78764ED399D3}"/>
              </a:ext>
            </a:extLst>
          </p:cNvPr>
          <p:cNvSpPr txBox="1">
            <a:spLocks/>
          </p:cNvSpPr>
          <p:nvPr/>
        </p:nvSpPr>
        <p:spPr>
          <a:xfrm>
            <a:off x="10940069" y="6198282"/>
            <a:ext cx="654604" cy="3866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GB" sz="1400" dirty="0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01</a:t>
            </a:r>
            <a:endParaRPr lang="en-US" sz="1400" dirty="0">
              <a:latin typeface="Google Sans Flex" panose="020B0503030502040204" pitchFamily="34" charset="0"/>
              <a:ea typeface="Google Sans Flex" panose="020B0503030502040204" pitchFamily="34" charset="0"/>
              <a:cs typeface="Google Sans Flex" panose="020B0503030502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58947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A7446-77CC-D8B5-5E12-4D85DB9BF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1D5EC70-D614-3275-7252-C93561915F1C}"/>
              </a:ext>
            </a:extLst>
          </p:cNvPr>
          <p:cNvSpPr txBox="1">
            <a:spLocks/>
          </p:cNvSpPr>
          <p:nvPr/>
        </p:nvSpPr>
        <p:spPr>
          <a:xfrm>
            <a:off x="10940069" y="6341157"/>
            <a:ext cx="654604" cy="3866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GB" sz="1400" dirty="0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01</a:t>
            </a:r>
            <a:endParaRPr lang="en-US" sz="1400" dirty="0">
              <a:latin typeface="Google Sans Flex" panose="020B0503030502040204" pitchFamily="34" charset="0"/>
              <a:ea typeface="Google Sans Flex" panose="020B0503030502040204" pitchFamily="34" charset="0"/>
              <a:cs typeface="Google Sans Flex" panose="020B050303050204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E3A563A-9282-51D0-95E2-1D005A8B555E}"/>
              </a:ext>
            </a:extLst>
          </p:cNvPr>
          <p:cNvSpPr/>
          <p:nvPr/>
        </p:nvSpPr>
        <p:spPr>
          <a:xfrm>
            <a:off x="610434" y="625161"/>
            <a:ext cx="7738586" cy="2671134"/>
          </a:xfrm>
          <a:prstGeom prst="roundRect">
            <a:avLst>
              <a:gd name="adj" fmla="val 6890"/>
            </a:avLst>
          </a:prstGeom>
          <a:gradFill>
            <a:gsLst>
              <a:gs pos="10000">
                <a:srgbClr val="218265">
                  <a:alpha val="0"/>
                </a:srgbClr>
              </a:gs>
              <a:gs pos="70000">
                <a:srgbClr val="218265"/>
              </a:gs>
            </a:gsLst>
            <a:lin ang="11400000" scaled="0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5867BEB-362C-A575-D3FB-17C6E7D788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492"/>
          <a:stretch>
            <a:fillRect/>
          </a:stretch>
        </p:blipFill>
        <p:spPr>
          <a:xfrm>
            <a:off x="927937" y="220842"/>
            <a:ext cx="1921085" cy="3075454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8818F1DB-9B0A-9E1C-D72D-263F4AD1AA56}"/>
              </a:ext>
            </a:extLst>
          </p:cNvPr>
          <p:cNvSpPr txBox="1">
            <a:spLocks/>
          </p:cNvSpPr>
          <p:nvPr/>
        </p:nvSpPr>
        <p:spPr>
          <a:xfrm>
            <a:off x="8594145" y="839809"/>
            <a:ext cx="3379127" cy="23196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600" dirty="0">
                <a:solidFill>
                  <a:srgbClr val="00B050"/>
                </a:solidFill>
                <a:latin typeface="Google Sans Flex SemiBold" panose="020B0503030502040204" pitchFamily="34" charset="0"/>
                <a:ea typeface="Google Sans Flex SemiBold" panose="020B0503030502040204" pitchFamily="34" charset="0"/>
                <a:cs typeface="Google Sans Flex SemiBold" panose="020B0503030502040204" pitchFamily="34" charset="0"/>
              </a:rPr>
              <a:t>4 People </a:t>
            </a:r>
          </a:p>
          <a:p>
            <a:pPr algn="l"/>
            <a:r>
              <a:rPr lang="en-GB" sz="3600" dirty="0">
                <a:solidFill>
                  <a:srgbClr val="00B050"/>
                </a:solidFill>
                <a:latin typeface="Google Sans Flex SemiBold" panose="020B0503030502040204" pitchFamily="34" charset="0"/>
                <a:ea typeface="Google Sans Flex SemiBold" panose="020B0503030502040204" pitchFamily="34" charset="0"/>
                <a:cs typeface="Google Sans Flex SemiBold" panose="020B0503030502040204" pitchFamily="34" charset="0"/>
              </a:rPr>
              <a:t>One app,  </a:t>
            </a:r>
          </a:p>
          <a:p>
            <a:pPr algn="l"/>
            <a:r>
              <a:rPr lang="en-GB" sz="3600" dirty="0">
                <a:latin typeface="Google Sans Flex Light" panose="020B0503030502040204" pitchFamily="34" charset="0"/>
                <a:ea typeface="Google Sans Flex Light" panose="020B0503030502040204" pitchFamily="34" charset="0"/>
                <a:cs typeface="Google Sans Flex Light" panose="020B0503030502040204" pitchFamily="34" charset="0"/>
              </a:rPr>
              <a:t>Every Handoff </a:t>
            </a:r>
          </a:p>
          <a:p>
            <a:pPr algn="l"/>
            <a:r>
              <a:rPr lang="en-GB" sz="3600" dirty="0">
                <a:latin typeface="Google Sans Flex Light" panose="020B0503030502040204" pitchFamily="34" charset="0"/>
                <a:ea typeface="Google Sans Flex Light" panose="020B0503030502040204" pitchFamily="34" charset="0"/>
                <a:cs typeface="Google Sans Flex Light" panose="020B0503030502040204" pitchFamily="34" charset="0"/>
              </a:rPr>
              <a:t>on record</a:t>
            </a:r>
            <a:endParaRPr lang="en-US" sz="3600" dirty="0">
              <a:latin typeface="Google Sans Flex Light" panose="020B0503030502040204" pitchFamily="34" charset="0"/>
              <a:ea typeface="Google Sans Flex Light" panose="020B0503030502040204" pitchFamily="34" charset="0"/>
              <a:cs typeface="Google Sans Flex Light" panose="020B0503030502040204" pitchFamily="34" charset="0"/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0CBD639-8ED7-2F1C-347C-34FC73DFE67D}"/>
              </a:ext>
            </a:extLst>
          </p:cNvPr>
          <p:cNvSpPr/>
          <p:nvPr/>
        </p:nvSpPr>
        <p:spPr>
          <a:xfrm>
            <a:off x="610434" y="3434073"/>
            <a:ext cx="7738586" cy="875983"/>
          </a:xfrm>
          <a:prstGeom prst="roundRect">
            <a:avLst>
              <a:gd name="adj" fmla="val 17746"/>
            </a:avLst>
          </a:prstGeom>
          <a:gradFill>
            <a:gsLst>
              <a:gs pos="10000">
                <a:srgbClr val="A4B2DF">
                  <a:alpha val="0"/>
                </a:srgbClr>
              </a:gs>
              <a:gs pos="70000">
                <a:srgbClr val="A4B2DF"/>
              </a:gs>
            </a:gsLst>
            <a:lin ang="11400000" scaled="0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7F659DE5-CB1A-6E61-BC04-A5FE3E4BC3B8}"/>
              </a:ext>
            </a:extLst>
          </p:cNvPr>
          <p:cNvSpPr/>
          <p:nvPr/>
        </p:nvSpPr>
        <p:spPr>
          <a:xfrm>
            <a:off x="610434" y="4447834"/>
            <a:ext cx="7738586" cy="875983"/>
          </a:xfrm>
          <a:prstGeom prst="roundRect">
            <a:avLst>
              <a:gd name="adj" fmla="val 17746"/>
            </a:avLst>
          </a:prstGeom>
          <a:gradFill>
            <a:gsLst>
              <a:gs pos="10000">
                <a:srgbClr val="2B4288">
                  <a:alpha val="0"/>
                </a:srgbClr>
              </a:gs>
              <a:gs pos="70000">
                <a:srgbClr val="2B4288"/>
              </a:gs>
            </a:gsLst>
            <a:lin ang="11400000" scaled="0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2E2FAF59-AF57-946F-B5E4-CB47AFA4946E}"/>
              </a:ext>
            </a:extLst>
          </p:cNvPr>
          <p:cNvSpPr/>
          <p:nvPr/>
        </p:nvSpPr>
        <p:spPr>
          <a:xfrm>
            <a:off x="610434" y="5454800"/>
            <a:ext cx="7738586" cy="875983"/>
          </a:xfrm>
          <a:prstGeom prst="roundRect">
            <a:avLst>
              <a:gd name="adj" fmla="val 17746"/>
            </a:avLst>
          </a:prstGeom>
          <a:gradFill>
            <a:gsLst>
              <a:gs pos="10000">
                <a:srgbClr val="FDCB44">
                  <a:alpha val="0"/>
                </a:srgbClr>
              </a:gs>
              <a:gs pos="70000">
                <a:srgbClr val="FDCB44"/>
              </a:gs>
            </a:gsLst>
            <a:lin ang="11400000" scaled="0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5ABB0817-E145-2A34-C399-E5441D136A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323" t="-3871" r="26938" b="68682"/>
          <a:stretch>
            <a:fillRect/>
          </a:stretch>
        </p:blipFill>
        <p:spPr>
          <a:xfrm flipH="1">
            <a:off x="610433" y="3119344"/>
            <a:ext cx="3869293" cy="1197789"/>
          </a:xfrm>
          <a:prstGeom prst="roundRect">
            <a:avLst/>
          </a:prstGeom>
        </p:spPr>
      </p:pic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705371BA-BDA9-5A58-8A75-4009473CC09F}"/>
              </a:ext>
            </a:extLst>
          </p:cNvPr>
          <p:cNvSpPr/>
          <p:nvPr/>
        </p:nvSpPr>
        <p:spPr>
          <a:xfrm>
            <a:off x="2240117" y="742075"/>
            <a:ext cx="5334895" cy="1137060"/>
          </a:xfrm>
          <a:prstGeom prst="roundRect">
            <a:avLst>
              <a:gd name="adj" fmla="val 21260"/>
            </a:avLst>
          </a:prstGeom>
          <a:gradFill>
            <a:gsLst>
              <a:gs pos="10000">
                <a:schemeClr val="bg1">
                  <a:alpha val="0"/>
                </a:schemeClr>
              </a:gs>
              <a:gs pos="70000">
                <a:schemeClr val="bg1"/>
              </a:gs>
            </a:gsLst>
            <a:lin ang="11400000" scaled="0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itle 1">
            <a:extLst>
              <a:ext uri="{FF2B5EF4-FFF2-40B4-BE49-F238E27FC236}">
                <a16:creationId xmlns:a16="http://schemas.microsoft.com/office/drawing/2014/main" id="{2048A61E-C6EA-558B-3ADB-7553FF682C4E}"/>
              </a:ext>
            </a:extLst>
          </p:cNvPr>
          <p:cNvSpPr txBox="1">
            <a:spLocks/>
          </p:cNvSpPr>
          <p:nvPr/>
        </p:nvSpPr>
        <p:spPr>
          <a:xfrm>
            <a:off x="2355932" y="839809"/>
            <a:ext cx="4095202" cy="7479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4000" dirty="0">
                <a:solidFill>
                  <a:sysClr val="windowText" lastClr="000000"/>
                </a:solidFill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Store Manager</a:t>
            </a:r>
            <a:endParaRPr lang="en-US" sz="4000" dirty="0">
              <a:solidFill>
                <a:sysClr val="windowText" lastClr="000000"/>
              </a:solidFill>
              <a:latin typeface="Google Sans Flex" panose="020B0503030502040204" pitchFamily="34" charset="0"/>
              <a:ea typeface="Google Sans Flex" panose="020B0503030502040204" pitchFamily="34" charset="0"/>
              <a:cs typeface="Google Sans Flex" panose="020B0503030502040204" pitchFamily="34" charset="0"/>
            </a:endParaRPr>
          </a:p>
        </p:txBody>
      </p:sp>
      <p:sp>
        <p:nvSpPr>
          <p:cNvPr id="54" name="Title 1">
            <a:extLst>
              <a:ext uri="{FF2B5EF4-FFF2-40B4-BE49-F238E27FC236}">
                <a16:creationId xmlns:a16="http://schemas.microsoft.com/office/drawing/2014/main" id="{B9123BF1-DF85-2387-0C7C-33901837C12D}"/>
              </a:ext>
            </a:extLst>
          </p:cNvPr>
          <p:cNvSpPr txBox="1">
            <a:spLocks/>
          </p:cNvSpPr>
          <p:nvPr/>
        </p:nvSpPr>
        <p:spPr>
          <a:xfrm>
            <a:off x="2371993" y="1407673"/>
            <a:ext cx="3743582" cy="338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1400" dirty="0">
                <a:latin typeface="Google Sans Flex SemiBold" panose="020B0503030502040204" pitchFamily="34" charset="0"/>
                <a:ea typeface="Google Sans Flex SemiBold" panose="020B0503030502040204" pitchFamily="34" charset="0"/>
                <a:cs typeface="Google Sans Flex SemiBold" panose="020B0503030502040204" pitchFamily="34" charset="0"/>
              </a:rPr>
              <a:t>Orders &amp; Receives</a:t>
            </a:r>
            <a:endParaRPr lang="en-US" sz="1400" dirty="0">
              <a:latin typeface="Google Sans Flex SemiBold" panose="020B0503030502040204" pitchFamily="34" charset="0"/>
              <a:ea typeface="Google Sans Flex SemiBold" panose="020B0503030502040204" pitchFamily="34" charset="0"/>
              <a:cs typeface="Google Sans Flex SemiBold" panose="020B0503030502040204" pitchFamily="34" charset="0"/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7C23E03A-CCDF-DF81-8C9E-F5909C145165}"/>
              </a:ext>
            </a:extLst>
          </p:cNvPr>
          <p:cNvSpPr/>
          <p:nvPr/>
        </p:nvSpPr>
        <p:spPr>
          <a:xfrm>
            <a:off x="2240117" y="3551470"/>
            <a:ext cx="5334895" cy="642155"/>
          </a:xfrm>
          <a:prstGeom prst="roundRect">
            <a:avLst>
              <a:gd name="adj" fmla="val 21260"/>
            </a:avLst>
          </a:prstGeom>
          <a:gradFill>
            <a:gsLst>
              <a:gs pos="10000">
                <a:schemeClr val="bg1">
                  <a:alpha val="0"/>
                </a:schemeClr>
              </a:gs>
              <a:gs pos="70000">
                <a:schemeClr val="bg1"/>
              </a:gs>
            </a:gsLst>
            <a:lin ang="11400000" scaled="0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2B8D991E-E5F5-0001-E7A4-02E1D669DE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774"/>
          <a:stretch>
            <a:fillRect/>
          </a:stretch>
        </p:blipFill>
        <p:spPr>
          <a:xfrm flipH="1">
            <a:off x="4161201" y="-512863"/>
            <a:ext cx="5836681" cy="3807000"/>
          </a:xfrm>
          <a:prstGeom prst="rect">
            <a:avLst/>
          </a:prstGeom>
        </p:spPr>
      </p:pic>
      <p:sp>
        <p:nvSpPr>
          <p:cNvPr id="58" name="Title 1">
            <a:extLst>
              <a:ext uri="{FF2B5EF4-FFF2-40B4-BE49-F238E27FC236}">
                <a16:creationId xmlns:a16="http://schemas.microsoft.com/office/drawing/2014/main" id="{6B1767D3-C6E6-06F2-F928-4D4FC975F8B8}"/>
              </a:ext>
            </a:extLst>
          </p:cNvPr>
          <p:cNvSpPr txBox="1">
            <a:spLocks/>
          </p:cNvSpPr>
          <p:nvPr/>
        </p:nvSpPr>
        <p:spPr>
          <a:xfrm>
            <a:off x="2355933" y="3649205"/>
            <a:ext cx="3256064" cy="7479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800" dirty="0">
                <a:solidFill>
                  <a:sysClr val="windowText" lastClr="000000"/>
                </a:solidFill>
                <a:latin typeface="Google Sans Flex SemiBold" panose="020B0503030502040204" pitchFamily="34" charset="0"/>
                <a:ea typeface="Google Sans Flex SemiBold" panose="020B0503030502040204" pitchFamily="34" charset="0"/>
                <a:cs typeface="Google Sans Flex SemiBold" panose="020B0503030502040204" pitchFamily="34" charset="0"/>
              </a:rPr>
              <a:t>Dispatcher</a:t>
            </a:r>
            <a:endParaRPr lang="en-US" sz="2800" dirty="0">
              <a:solidFill>
                <a:sysClr val="windowText" lastClr="000000"/>
              </a:solidFill>
              <a:latin typeface="Google Sans Flex SemiBold" panose="020B0503030502040204" pitchFamily="34" charset="0"/>
              <a:ea typeface="Google Sans Flex SemiBold" panose="020B0503030502040204" pitchFamily="34" charset="0"/>
              <a:cs typeface="Google Sans Flex SemiBold" panose="020B0503030502040204" pitchFamily="34" charset="0"/>
            </a:endParaRPr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805B005C-F7CC-F1DE-BFBD-00872701A59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3909" b="89971" l="5744" r="97773">
                        <a14:foregroundMark x1="43142" y1="4794" x2="53810" y2="7596"/>
                        <a14:foregroundMark x1="53810" y1="7596" x2="52521" y2="4056"/>
                        <a14:foregroundMark x1="19578" y1="38791" x2="9848" y2="44322"/>
                        <a14:foregroundMark x1="9848" y1="44322" x2="37280" y2="39749"/>
                        <a14:foregroundMark x1="37280" y1="39749" x2="35053" y2="46976"/>
                        <a14:foregroundMark x1="35053" y1="46976" x2="15944" y2="39676"/>
                        <a14:foregroundMark x1="15944" y1="39676" x2="43494" y2="40560"/>
                        <a14:foregroundMark x1="43494" y1="40560" x2="88042" y2="33850"/>
                        <a14:foregroundMark x1="88042" y1="33850" x2="74209" y2="46903"/>
                        <a14:foregroundMark x1="74209" y1="46903" x2="15709" y2="66003"/>
                        <a14:foregroundMark x1="15709" y1="66003" x2="58148" y2="66888"/>
                        <a14:foregroundMark x1="58148" y1="66888" x2="28722" y2="84956"/>
                        <a14:foregroundMark x1="28722" y1="84956" x2="56975" y2="80162"/>
                        <a14:foregroundMark x1="56975" y1="80162" x2="57913" y2="80531"/>
                        <a14:foregroundMark x1="25440" y1="57301" x2="59906" y2="60177"/>
                        <a14:foregroundMark x1="59906" y1="60177" x2="69988" y2="71755"/>
                        <a14:foregroundMark x1="69988" y1="71755" x2="85932" y2="75369"/>
                        <a14:foregroundMark x1="85932" y1="75369" x2="93904" y2="42552"/>
                        <a14:foregroundMark x1="93904" y1="42552" x2="77491" y2="40413"/>
                        <a14:foregroundMark x1="77491" y1="40413" x2="29777" y2="52581"/>
                        <a14:foregroundMark x1="29777" y1="52581" x2="17937" y2="48451"/>
                        <a14:foregroundMark x1="17937" y1="48451" x2="26964" y2="91445"/>
                        <a14:foregroundMark x1="26964" y1="91445" x2="40328" y2="91445"/>
                        <a14:foregroundMark x1="40328" y1="91445" x2="71043" y2="82670"/>
                        <a14:foregroundMark x1="71043" y1="82670" x2="73154" y2="91077"/>
                        <a14:foregroundMark x1="73154" y1="91077" x2="85111" y2="95206"/>
                        <a14:foregroundMark x1="85111" y1="95206" x2="97186" y2="85251"/>
                        <a14:foregroundMark x1="97186" y1="85251" x2="97773" y2="89159"/>
                        <a14:foregroundMark x1="79484" y1="32153" x2="95076" y2="34882"/>
                        <a14:foregroundMark x1="95076" y1="34882" x2="98359" y2="60324"/>
                        <a14:foregroundMark x1="98359" y1="60324" x2="52872" y2="79867"/>
                        <a14:foregroundMark x1="52872" y1="79867" x2="84642" y2="59661"/>
                        <a14:foregroundMark x1="84642" y1="59661" x2="95545" y2="63422"/>
                        <a14:foregroundMark x1="95545" y1="63422" x2="93318" y2="55383"/>
                        <a14:foregroundMark x1="93318" y1="55383" x2="78546" y2="61652"/>
                        <a14:foregroundMark x1="78546" y1="61652" x2="8089" y2="74558"/>
                        <a14:foregroundMark x1="8089" y1="74558" x2="5744" y2="62537"/>
                        <a14:foregroundMark x1="5744" y1="62537" x2="18054" y2="40634"/>
                        <a14:foregroundMark x1="18054" y1="40634" x2="27902" y2="36062"/>
                        <a14:foregroundMark x1="27902" y1="36062" x2="15006" y2="36504"/>
                        <a14:foregroundMark x1="15006" y1="36504" x2="15592" y2="68805"/>
                        <a14:foregroundMark x1="15592" y1="68805" x2="20164" y2="56785"/>
                        <a14:foregroundMark x1="20164" y1="56785" x2="17468" y2="59956"/>
                        <a14:foregroundMark x1="33529" y1="30088" x2="33529" y2="27802"/>
                        <a14:backgroundMark x1="36811" y1="6047" x2="36811" y2="6047"/>
                        <a14:backgroundMark x1="36811" y1="6047" x2="36811" y2="6047"/>
                        <a14:backgroundMark x1="37280" y1="12242" x2="37280" y2="12242"/>
                        <a14:backgroundMark x1="44900" y1="20206" x2="44900" y2="20206"/>
                        <a14:backgroundMark x1="48300" y1="20206" x2="48300" y2="20206"/>
                        <a14:backgroundMark x1="41501" y1="17699" x2="41501" y2="17699"/>
                        <a14:backgroundMark x1="24736" y1="26991" x2="24736" y2="2699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0100" b="80229"/>
          <a:stretch>
            <a:fillRect/>
          </a:stretch>
        </p:blipFill>
        <p:spPr>
          <a:xfrm flipH="1">
            <a:off x="610432" y="4299723"/>
            <a:ext cx="2603490" cy="1024094"/>
          </a:xfrm>
          <a:prstGeom prst="roundRect">
            <a:avLst>
              <a:gd name="adj" fmla="val 4497"/>
            </a:avLst>
          </a:prstGeom>
        </p:spPr>
      </p:pic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80EE77DB-FB2E-232F-1FEC-590E448EDA98}"/>
              </a:ext>
            </a:extLst>
          </p:cNvPr>
          <p:cNvSpPr/>
          <p:nvPr/>
        </p:nvSpPr>
        <p:spPr>
          <a:xfrm>
            <a:off x="2240117" y="4573322"/>
            <a:ext cx="5334895" cy="642155"/>
          </a:xfrm>
          <a:prstGeom prst="roundRect">
            <a:avLst>
              <a:gd name="adj" fmla="val 21260"/>
            </a:avLst>
          </a:prstGeom>
          <a:gradFill>
            <a:gsLst>
              <a:gs pos="10000">
                <a:schemeClr val="bg1">
                  <a:alpha val="0"/>
                </a:schemeClr>
              </a:gs>
              <a:gs pos="70000">
                <a:schemeClr val="bg1"/>
              </a:gs>
            </a:gsLst>
            <a:lin ang="11400000" scaled="0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itle 1">
            <a:extLst>
              <a:ext uri="{FF2B5EF4-FFF2-40B4-BE49-F238E27FC236}">
                <a16:creationId xmlns:a16="http://schemas.microsoft.com/office/drawing/2014/main" id="{C3D9FE7F-2AE2-0AAF-716C-81724B919F1C}"/>
              </a:ext>
            </a:extLst>
          </p:cNvPr>
          <p:cNvSpPr txBox="1">
            <a:spLocks/>
          </p:cNvSpPr>
          <p:nvPr/>
        </p:nvSpPr>
        <p:spPr>
          <a:xfrm>
            <a:off x="2355933" y="4671057"/>
            <a:ext cx="3256064" cy="7479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800" dirty="0">
                <a:solidFill>
                  <a:sysClr val="windowText" lastClr="000000"/>
                </a:solidFill>
                <a:latin typeface="Google Sans Flex SemiBold" panose="020B0503030502040204" pitchFamily="34" charset="0"/>
                <a:ea typeface="Google Sans Flex SemiBold" panose="020B0503030502040204" pitchFamily="34" charset="0"/>
                <a:cs typeface="Google Sans Flex SemiBold" panose="020B0503030502040204" pitchFamily="34" charset="0"/>
              </a:rPr>
              <a:t>Loader</a:t>
            </a:r>
            <a:endParaRPr lang="en-US" sz="2800" dirty="0">
              <a:solidFill>
                <a:sysClr val="windowText" lastClr="000000"/>
              </a:solidFill>
              <a:latin typeface="Google Sans Flex SemiBold" panose="020B0503030502040204" pitchFamily="34" charset="0"/>
              <a:ea typeface="Google Sans Flex SemiBold" panose="020B0503030502040204" pitchFamily="34" charset="0"/>
              <a:cs typeface="Google Sans Flex SemiBold" panose="020B0503030502040204" pitchFamily="34" charset="0"/>
            </a:endParaRPr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BCB491FB-3592-3456-4BE8-9A469677447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35" t="-1" b="69100"/>
          <a:stretch>
            <a:fillRect/>
          </a:stretch>
        </p:blipFill>
        <p:spPr>
          <a:xfrm>
            <a:off x="619248" y="5005590"/>
            <a:ext cx="4364597" cy="1335567"/>
          </a:xfrm>
          <a:prstGeom prst="roundRect">
            <a:avLst>
              <a:gd name="adj" fmla="val 15779"/>
            </a:avLst>
          </a:prstGeom>
        </p:spPr>
      </p:pic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DB9118DF-EEAC-4AE0-B9D9-AF86BF7407A0}"/>
              </a:ext>
            </a:extLst>
          </p:cNvPr>
          <p:cNvSpPr/>
          <p:nvPr/>
        </p:nvSpPr>
        <p:spPr>
          <a:xfrm>
            <a:off x="2240117" y="5562363"/>
            <a:ext cx="5334895" cy="642155"/>
          </a:xfrm>
          <a:prstGeom prst="roundRect">
            <a:avLst>
              <a:gd name="adj" fmla="val 21260"/>
            </a:avLst>
          </a:prstGeom>
          <a:gradFill>
            <a:gsLst>
              <a:gs pos="10000">
                <a:schemeClr val="bg1">
                  <a:alpha val="0"/>
                </a:schemeClr>
              </a:gs>
              <a:gs pos="70000">
                <a:schemeClr val="bg1"/>
              </a:gs>
            </a:gsLst>
            <a:lin ang="11400000" scaled="0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itle 1">
            <a:extLst>
              <a:ext uri="{FF2B5EF4-FFF2-40B4-BE49-F238E27FC236}">
                <a16:creationId xmlns:a16="http://schemas.microsoft.com/office/drawing/2014/main" id="{8B46436C-9195-962B-19D5-63F003478436}"/>
              </a:ext>
            </a:extLst>
          </p:cNvPr>
          <p:cNvSpPr txBox="1">
            <a:spLocks/>
          </p:cNvSpPr>
          <p:nvPr/>
        </p:nvSpPr>
        <p:spPr>
          <a:xfrm>
            <a:off x="2355933" y="5660098"/>
            <a:ext cx="3256064" cy="7479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800" dirty="0">
                <a:solidFill>
                  <a:sysClr val="windowText" lastClr="000000"/>
                </a:solidFill>
                <a:latin typeface="Google Sans Flex SemiBold" panose="020B0503030502040204" pitchFamily="34" charset="0"/>
                <a:ea typeface="Google Sans Flex SemiBold" panose="020B0503030502040204" pitchFamily="34" charset="0"/>
                <a:cs typeface="Google Sans Flex SemiBold" panose="020B0503030502040204" pitchFamily="34" charset="0"/>
              </a:rPr>
              <a:t>Driver</a:t>
            </a:r>
            <a:endParaRPr lang="en-US" sz="2800" dirty="0">
              <a:solidFill>
                <a:sysClr val="windowText" lastClr="000000"/>
              </a:solidFill>
              <a:latin typeface="Google Sans Flex SemiBold" panose="020B0503030502040204" pitchFamily="34" charset="0"/>
              <a:ea typeface="Google Sans Flex SemiBold" panose="020B0503030502040204" pitchFamily="34" charset="0"/>
              <a:cs typeface="Google Sans Flex SemiBold" panose="020B0503030502040204" pitchFamily="34" charset="0"/>
            </a:endParaRP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FEDBA95A-ACA4-FD52-F7F4-998367DD61C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71337" b="99328"/>
          <a:stretch>
            <a:fillRect/>
          </a:stretch>
        </p:blipFill>
        <p:spPr>
          <a:xfrm>
            <a:off x="2801546" y="695800"/>
            <a:ext cx="5718324" cy="3600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6537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4307D-715A-E70B-6D4E-C3536990E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C39EE46-0A1E-B7DF-08D1-86C5BB85653B}"/>
              </a:ext>
            </a:extLst>
          </p:cNvPr>
          <p:cNvSpPr txBox="1">
            <a:spLocks/>
          </p:cNvSpPr>
          <p:nvPr/>
        </p:nvSpPr>
        <p:spPr>
          <a:xfrm>
            <a:off x="10940069" y="6341157"/>
            <a:ext cx="654604" cy="3866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GB" sz="1400" dirty="0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01</a:t>
            </a:r>
            <a:endParaRPr lang="en-US" sz="1400" dirty="0">
              <a:latin typeface="Google Sans Flex" panose="020B0503030502040204" pitchFamily="34" charset="0"/>
              <a:ea typeface="Google Sans Flex" panose="020B0503030502040204" pitchFamily="34" charset="0"/>
              <a:cs typeface="Google Sans Flex" panose="020B050303050204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B2EF769-F7A0-2A24-EE47-B3101759AF04}"/>
              </a:ext>
            </a:extLst>
          </p:cNvPr>
          <p:cNvSpPr/>
          <p:nvPr/>
        </p:nvSpPr>
        <p:spPr>
          <a:xfrm>
            <a:off x="610434" y="1628589"/>
            <a:ext cx="7738586" cy="2671134"/>
          </a:xfrm>
          <a:prstGeom prst="roundRect">
            <a:avLst>
              <a:gd name="adj" fmla="val 6890"/>
            </a:avLst>
          </a:prstGeom>
          <a:gradFill>
            <a:gsLst>
              <a:gs pos="10000">
                <a:srgbClr val="A4B2DF">
                  <a:alpha val="0"/>
                </a:srgbClr>
              </a:gs>
              <a:gs pos="70000">
                <a:srgbClr val="A4B2DF"/>
              </a:gs>
            </a:gsLst>
            <a:lin ang="11400000" scaled="0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5443E62F-A485-134B-D4FF-E396D5BD57C4}"/>
              </a:ext>
            </a:extLst>
          </p:cNvPr>
          <p:cNvSpPr/>
          <p:nvPr/>
        </p:nvSpPr>
        <p:spPr>
          <a:xfrm>
            <a:off x="610434" y="625161"/>
            <a:ext cx="7738586" cy="875983"/>
          </a:xfrm>
          <a:prstGeom prst="roundRect">
            <a:avLst>
              <a:gd name="adj" fmla="val 17746"/>
            </a:avLst>
          </a:prstGeom>
          <a:gradFill>
            <a:gsLst>
              <a:gs pos="10000">
                <a:srgbClr val="218265">
                  <a:alpha val="0"/>
                </a:srgbClr>
              </a:gs>
              <a:gs pos="70000">
                <a:srgbClr val="218265"/>
              </a:gs>
            </a:gsLst>
            <a:lin ang="11400000" scaled="0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D02F94CD-F70B-A7F1-06AD-4C5578F000E7}"/>
              </a:ext>
            </a:extLst>
          </p:cNvPr>
          <p:cNvSpPr/>
          <p:nvPr/>
        </p:nvSpPr>
        <p:spPr>
          <a:xfrm>
            <a:off x="610434" y="4447834"/>
            <a:ext cx="7738586" cy="875983"/>
          </a:xfrm>
          <a:prstGeom prst="roundRect">
            <a:avLst>
              <a:gd name="adj" fmla="val 17746"/>
            </a:avLst>
          </a:prstGeom>
          <a:gradFill>
            <a:gsLst>
              <a:gs pos="10000">
                <a:srgbClr val="2B4288">
                  <a:alpha val="0"/>
                </a:srgbClr>
              </a:gs>
              <a:gs pos="70000">
                <a:srgbClr val="2B4288"/>
              </a:gs>
            </a:gsLst>
            <a:lin ang="11400000" scaled="0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391F905D-EBB1-7548-8765-B1F1D3484730}"/>
              </a:ext>
            </a:extLst>
          </p:cNvPr>
          <p:cNvSpPr/>
          <p:nvPr/>
        </p:nvSpPr>
        <p:spPr>
          <a:xfrm>
            <a:off x="610434" y="5454800"/>
            <a:ext cx="7738586" cy="875983"/>
          </a:xfrm>
          <a:prstGeom prst="roundRect">
            <a:avLst>
              <a:gd name="adj" fmla="val 17746"/>
            </a:avLst>
          </a:prstGeom>
          <a:gradFill>
            <a:gsLst>
              <a:gs pos="10000">
                <a:srgbClr val="FDCB44">
                  <a:alpha val="0"/>
                </a:srgbClr>
              </a:gs>
              <a:gs pos="70000">
                <a:srgbClr val="FDCB44"/>
              </a:gs>
            </a:gsLst>
            <a:lin ang="11400000" scaled="0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2F25A2-C64B-D078-B08C-AE754A21E4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74796"/>
          <a:stretch>
            <a:fillRect/>
          </a:stretch>
        </p:blipFill>
        <p:spPr>
          <a:xfrm>
            <a:off x="885605" y="531766"/>
            <a:ext cx="1743848" cy="9703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DCBDCCD-99D1-95E0-BFF7-706A74D8E2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323" t="-3870" r="24186" b="25397"/>
          <a:stretch>
            <a:fillRect/>
          </a:stretch>
        </p:blipFill>
        <p:spPr>
          <a:xfrm flipH="1">
            <a:off x="610434" y="1167072"/>
            <a:ext cx="4703548" cy="3132651"/>
          </a:xfrm>
          <a:prstGeom prst="roundRect">
            <a:avLst>
              <a:gd name="adj" fmla="val 6937"/>
            </a:avLst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6DE8EB4-E033-8AEF-2CD2-CF42695F3FE5}"/>
              </a:ext>
            </a:extLst>
          </p:cNvPr>
          <p:cNvSpPr/>
          <p:nvPr/>
        </p:nvSpPr>
        <p:spPr>
          <a:xfrm>
            <a:off x="2240117" y="742074"/>
            <a:ext cx="5334895" cy="642155"/>
          </a:xfrm>
          <a:prstGeom prst="roundRect">
            <a:avLst>
              <a:gd name="adj" fmla="val 21260"/>
            </a:avLst>
          </a:prstGeom>
          <a:gradFill>
            <a:gsLst>
              <a:gs pos="10000">
                <a:schemeClr val="bg1">
                  <a:alpha val="0"/>
                </a:schemeClr>
              </a:gs>
              <a:gs pos="70000">
                <a:schemeClr val="bg1"/>
              </a:gs>
            </a:gsLst>
            <a:lin ang="11400000" scaled="0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22221AA-9275-06AB-9B96-1B186931DC78}"/>
              </a:ext>
            </a:extLst>
          </p:cNvPr>
          <p:cNvSpPr txBox="1">
            <a:spLocks/>
          </p:cNvSpPr>
          <p:nvPr/>
        </p:nvSpPr>
        <p:spPr>
          <a:xfrm>
            <a:off x="2355933" y="839809"/>
            <a:ext cx="3256064" cy="7479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800" dirty="0">
                <a:solidFill>
                  <a:sysClr val="windowText" lastClr="000000"/>
                </a:solidFill>
                <a:latin typeface="Google Sans Flex SemiBold" panose="020B0503030502040204" pitchFamily="34" charset="0"/>
                <a:ea typeface="Google Sans Flex SemiBold" panose="020B0503030502040204" pitchFamily="34" charset="0"/>
                <a:cs typeface="Google Sans Flex SemiBold" panose="020B0503030502040204" pitchFamily="34" charset="0"/>
              </a:rPr>
              <a:t>Store Manager</a:t>
            </a:r>
            <a:endParaRPr lang="en-US" sz="2800" dirty="0">
              <a:solidFill>
                <a:sysClr val="windowText" lastClr="000000"/>
              </a:solidFill>
              <a:latin typeface="Google Sans Flex SemiBold" panose="020B0503030502040204" pitchFamily="34" charset="0"/>
              <a:ea typeface="Google Sans Flex SemiBold" panose="020B0503030502040204" pitchFamily="34" charset="0"/>
              <a:cs typeface="Google Sans Flex SemiBold" panose="020B050303050204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4A25BD3-E589-E7EB-6822-B45DF1A748B3}"/>
              </a:ext>
            </a:extLst>
          </p:cNvPr>
          <p:cNvSpPr/>
          <p:nvPr/>
        </p:nvSpPr>
        <p:spPr>
          <a:xfrm>
            <a:off x="2240117" y="1758893"/>
            <a:ext cx="5334895" cy="1137060"/>
          </a:xfrm>
          <a:prstGeom prst="roundRect">
            <a:avLst>
              <a:gd name="adj" fmla="val 21260"/>
            </a:avLst>
          </a:prstGeom>
          <a:gradFill>
            <a:gsLst>
              <a:gs pos="10000">
                <a:schemeClr val="bg1">
                  <a:alpha val="0"/>
                </a:schemeClr>
              </a:gs>
              <a:gs pos="70000">
                <a:schemeClr val="bg1"/>
              </a:gs>
            </a:gsLst>
            <a:lin ang="11400000" scaled="0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AB4ADEC6-4EDD-5174-9F23-EBA90ECDCD07}"/>
              </a:ext>
            </a:extLst>
          </p:cNvPr>
          <p:cNvSpPr txBox="1">
            <a:spLocks/>
          </p:cNvSpPr>
          <p:nvPr/>
        </p:nvSpPr>
        <p:spPr>
          <a:xfrm>
            <a:off x="2355932" y="1856627"/>
            <a:ext cx="4095202" cy="7479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4000" dirty="0">
                <a:solidFill>
                  <a:sysClr val="windowText" lastClr="000000"/>
                </a:solidFill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Dispatcher</a:t>
            </a:r>
            <a:endParaRPr lang="en-US" sz="4000" dirty="0">
              <a:solidFill>
                <a:sysClr val="windowText" lastClr="000000"/>
              </a:solidFill>
              <a:latin typeface="Google Sans Flex" panose="020B0503030502040204" pitchFamily="34" charset="0"/>
              <a:ea typeface="Google Sans Flex" panose="020B0503030502040204" pitchFamily="34" charset="0"/>
              <a:cs typeface="Google Sans Flex" panose="020B0503030502040204" pitchFamily="34" charset="0"/>
            </a:endParaRP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F57F23E4-00B9-BE8C-F1F1-F9CB8056DE60}"/>
              </a:ext>
            </a:extLst>
          </p:cNvPr>
          <p:cNvSpPr txBox="1">
            <a:spLocks/>
          </p:cNvSpPr>
          <p:nvPr/>
        </p:nvSpPr>
        <p:spPr>
          <a:xfrm>
            <a:off x="2371993" y="2424491"/>
            <a:ext cx="3743582" cy="338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1400" dirty="0">
                <a:latin typeface="Google Sans Flex SemiBold" panose="020B0503030502040204" pitchFamily="34" charset="0"/>
                <a:ea typeface="Google Sans Flex SemiBold" panose="020B0503030502040204" pitchFamily="34" charset="0"/>
                <a:cs typeface="Google Sans Flex SemiBold" panose="020B0503030502040204" pitchFamily="34" charset="0"/>
              </a:rPr>
              <a:t>Plans &amp; Watches</a:t>
            </a:r>
            <a:endParaRPr lang="en-US" sz="1400" dirty="0">
              <a:latin typeface="Google Sans Flex SemiBold" panose="020B0503030502040204" pitchFamily="34" charset="0"/>
              <a:ea typeface="Google Sans Flex SemiBold" panose="020B0503030502040204" pitchFamily="34" charset="0"/>
              <a:cs typeface="Google Sans Flex SemiBold" panose="020B0503030502040204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4D04C51E-1860-4A03-78AA-429A975E5C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909" b="89971" l="5744" r="97773">
                        <a14:foregroundMark x1="43142" y1="4794" x2="53810" y2="7596"/>
                        <a14:foregroundMark x1="53810" y1="7596" x2="52521" y2="4056"/>
                        <a14:foregroundMark x1="19578" y1="38791" x2="9848" y2="44322"/>
                        <a14:foregroundMark x1="9848" y1="44322" x2="37280" y2="39749"/>
                        <a14:foregroundMark x1="37280" y1="39749" x2="35053" y2="46976"/>
                        <a14:foregroundMark x1="35053" y1="46976" x2="15944" y2="39676"/>
                        <a14:foregroundMark x1="15944" y1="39676" x2="43494" y2="40560"/>
                        <a14:foregroundMark x1="43494" y1="40560" x2="88042" y2="33850"/>
                        <a14:foregroundMark x1="88042" y1="33850" x2="74209" y2="46903"/>
                        <a14:foregroundMark x1="74209" y1="46903" x2="15709" y2="66003"/>
                        <a14:foregroundMark x1="15709" y1="66003" x2="58148" y2="66888"/>
                        <a14:foregroundMark x1="58148" y1="66888" x2="28722" y2="84956"/>
                        <a14:foregroundMark x1="28722" y1="84956" x2="56975" y2="80162"/>
                        <a14:foregroundMark x1="56975" y1="80162" x2="57913" y2="80531"/>
                        <a14:foregroundMark x1="25440" y1="57301" x2="59906" y2="60177"/>
                        <a14:foregroundMark x1="59906" y1="60177" x2="69988" y2="71755"/>
                        <a14:foregroundMark x1="69988" y1="71755" x2="85932" y2="75369"/>
                        <a14:foregroundMark x1="85932" y1="75369" x2="93904" y2="42552"/>
                        <a14:foregroundMark x1="93904" y1="42552" x2="77491" y2="40413"/>
                        <a14:foregroundMark x1="77491" y1="40413" x2="29777" y2="52581"/>
                        <a14:foregroundMark x1="29777" y1="52581" x2="17937" y2="48451"/>
                        <a14:foregroundMark x1="17937" y1="48451" x2="26964" y2="91445"/>
                        <a14:foregroundMark x1="26964" y1="91445" x2="40328" y2="91445"/>
                        <a14:foregroundMark x1="40328" y1="91445" x2="71043" y2="82670"/>
                        <a14:foregroundMark x1="71043" y1="82670" x2="73154" y2="91077"/>
                        <a14:foregroundMark x1="73154" y1="91077" x2="85111" y2="95206"/>
                        <a14:foregroundMark x1="85111" y1="95206" x2="97186" y2="85251"/>
                        <a14:foregroundMark x1="97186" y1="85251" x2="97773" y2="89159"/>
                        <a14:foregroundMark x1="79484" y1="32153" x2="95076" y2="34882"/>
                        <a14:foregroundMark x1="95076" y1="34882" x2="98359" y2="60324"/>
                        <a14:foregroundMark x1="98359" y1="60324" x2="52872" y2="79867"/>
                        <a14:foregroundMark x1="52872" y1="79867" x2="84642" y2="59661"/>
                        <a14:foregroundMark x1="84642" y1="59661" x2="95545" y2="63422"/>
                        <a14:foregroundMark x1="95545" y1="63422" x2="93318" y2="55383"/>
                        <a14:foregroundMark x1="93318" y1="55383" x2="78546" y2="61652"/>
                        <a14:foregroundMark x1="78546" y1="61652" x2="8089" y2="74558"/>
                        <a14:foregroundMark x1="8089" y1="74558" x2="5744" y2="62537"/>
                        <a14:foregroundMark x1="5744" y1="62537" x2="18054" y2="40634"/>
                        <a14:foregroundMark x1="18054" y1="40634" x2="27902" y2="36062"/>
                        <a14:foregroundMark x1="27902" y1="36062" x2="15006" y2="36504"/>
                        <a14:foregroundMark x1="15006" y1="36504" x2="15592" y2="68805"/>
                        <a14:foregroundMark x1="15592" y1="68805" x2="20164" y2="56785"/>
                        <a14:foregroundMark x1="20164" y1="56785" x2="17468" y2="59956"/>
                        <a14:foregroundMark x1="33529" y1="30088" x2="33529" y2="27802"/>
                        <a14:backgroundMark x1="36811" y1="6047" x2="36811" y2="6047"/>
                        <a14:backgroundMark x1="36811" y1="6047" x2="36811" y2="6047"/>
                        <a14:backgroundMark x1="37280" y1="12242" x2="37280" y2="12242"/>
                        <a14:backgroundMark x1="44900" y1="20206" x2="44900" y2="20206"/>
                        <a14:backgroundMark x1="48300" y1="20206" x2="48300" y2="20206"/>
                        <a14:backgroundMark x1="41501" y1="17699" x2="41501" y2="17699"/>
                        <a14:backgroundMark x1="24736" y1="26991" x2="24736" y2="2699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0100" b="80229"/>
          <a:stretch>
            <a:fillRect/>
          </a:stretch>
        </p:blipFill>
        <p:spPr>
          <a:xfrm flipH="1">
            <a:off x="610434" y="4299723"/>
            <a:ext cx="2603488" cy="1024094"/>
          </a:xfrm>
          <a:prstGeom prst="roundRect">
            <a:avLst>
              <a:gd name="adj" fmla="val 4497"/>
            </a:avLst>
          </a:prstGeom>
        </p:spPr>
      </p:pic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074DE034-760D-6B4A-4FAA-92803B350A13}"/>
              </a:ext>
            </a:extLst>
          </p:cNvPr>
          <p:cNvSpPr/>
          <p:nvPr/>
        </p:nvSpPr>
        <p:spPr>
          <a:xfrm>
            <a:off x="2240117" y="4573322"/>
            <a:ext cx="5334895" cy="642155"/>
          </a:xfrm>
          <a:prstGeom prst="roundRect">
            <a:avLst>
              <a:gd name="adj" fmla="val 21260"/>
            </a:avLst>
          </a:prstGeom>
          <a:gradFill>
            <a:gsLst>
              <a:gs pos="10000">
                <a:schemeClr val="bg1">
                  <a:alpha val="0"/>
                </a:schemeClr>
              </a:gs>
              <a:gs pos="70000">
                <a:schemeClr val="bg1"/>
              </a:gs>
            </a:gsLst>
            <a:lin ang="11400000" scaled="0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E6007033-A8A2-6244-1E0F-C9B01D7F772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35" t="-1" b="69100"/>
          <a:stretch>
            <a:fillRect/>
          </a:stretch>
        </p:blipFill>
        <p:spPr>
          <a:xfrm>
            <a:off x="619248" y="5005590"/>
            <a:ext cx="4364597" cy="1335567"/>
          </a:xfrm>
          <a:prstGeom prst="roundRect">
            <a:avLst>
              <a:gd name="adj" fmla="val 15779"/>
            </a:avLst>
          </a:prstGeom>
        </p:spPr>
      </p:pic>
      <p:sp>
        <p:nvSpPr>
          <p:cNvPr id="29" name="Title 1">
            <a:extLst>
              <a:ext uri="{FF2B5EF4-FFF2-40B4-BE49-F238E27FC236}">
                <a16:creationId xmlns:a16="http://schemas.microsoft.com/office/drawing/2014/main" id="{E3296AC7-B186-9062-2367-1AB6A14286FB}"/>
              </a:ext>
            </a:extLst>
          </p:cNvPr>
          <p:cNvSpPr txBox="1">
            <a:spLocks/>
          </p:cNvSpPr>
          <p:nvPr/>
        </p:nvSpPr>
        <p:spPr>
          <a:xfrm>
            <a:off x="2355933" y="4671057"/>
            <a:ext cx="3256064" cy="7479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800" dirty="0">
                <a:solidFill>
                  <a:sysClr val="windowText" lastClr="000000"/>
                </a:solidFill>
                <a:latin typeface="Google Sans Flex SemiBold" panose="020B0503030502040204" pitchFamily="34" charset="0"/>
                <a:ea typeface="Google Sans Flex SemiBold" panose="020B0503030502040204" pitchFamily="34" charset="0"/>
                <a:cs typeface="Google Sans Flex SemiBold" panose="020B0503030502040204" pitchFamily="34" charset="0"/>
              </a:rPr>
              <a:t>Loader</a:t>
            </a:r>
            <a:endParaRPr lang="en-US" sz="2800" dirty="0">
              <a:solidFill>
                <a:sysClr val="windowText" lastClr="000000"/>
              </a:solidFill>
              <a:latin typeface="Google Sans Flex SemiBold" panose="020B0503030502040204" pitchFamily="34" charset="0"/>
              <a:ea typeface="Google Sans Flex SemiBold" panose="020B0503030502040204" pitchFamily="34" charset="0"/>
              <a:cs typeface="Google Sans Flex SemiBold" panose="020B0503030502040204" pitchFamily="34" charset="0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A06E20E6-3DDB-D652-7B49-49BC68E04227}"/>
              </a:ext>
            </a:extLst>
          </p:cNvPr>
          <p:cNvSpPr/>
          <p:nvPr/>
        </p:nvSpPr>
        <p:spPr>
          <a:xfrm>
            <a:off x="2240117" y="5562363"/>
            <a:ext cx="5334895" cy="642155"/>
          </a:xfrm>
          <a:prstGeom prst="roundRect">
            <a:avLst>
              <a:gd name="adj" fmla="val 21260"/>
            </a:avLst>
          </a:prstGeom>
          <a:gradFill>
            <a:gsLst>
              <a:gs pos="10000">
                <a:schemeClr val="bg1">
                  <a:alpha val="0"/>
                </a:schemeClr>
              </a:gs>
              <a:gs pos="70000">
                <a:schemeClr val="bg1"/>
              </a:gs>
            </a:gsLst>
            <a:lin ang="11400000" scaled="0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C2BB603F-DAB8-76A3-CA7B-BF2ADC9C2725}"/>
              </a:ext>
            </a:extLst>
          </p:cNvPr>
          <p:cNvSpPr txBox="1">
            <a:spLocks/>
          </p:cNvSpPr>
          <p:nvPr/>
        </p:nvSpPr>
        <p:spPr>
          <a:xfrm>
            <a:off x="2355933" y="5660098"/>
            <a:ext cx="3256064" cy="7479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800" dirty="0">
                <a:solidFill>
                  <a:sysClr val="windowText" lastClr="000000"/>
                </a:solidFill>
                <a:latin typeface="Google Sans Flex SemiBold" panose="020B0503030502040204" pitchFamily="34" charset="0"/>
                <a:ea typeface="Google Sans Flex SemiBold" panose="020B0503030502040204" pitchFamily="34" charset="0"/>
                <a:cs typeface="Google Sans Flex SemiBold" panose="020B0503030502040204" pitchFamily="34" charset="0"/>
              </a:rPr>
              <a:t>Driver</a:t>
            </a:r>
            <a:endParaRPr lang="en-US" sz="2800" dirty="0">
              <a:solidFill>
                <a:sysClr val="windowText" lastClr="000000"/>
              </a:solidFill>
              <a:latin typeface="Google Sans Flex SemiBold" panose="020B0503030502040204" pitchFamily="34" charset="0"/>
              <a:ea typeface="Google Sans Flex SemiBold" panose="020B0503030502040204" pitchFamily="34" charset="0"/>
              <a:cs typeface="Google Sans Flex SemiBold" panose="020B0503030502040204" pitchFamily="34" charset="0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654A9058-EB09-D787-BFD5-37C24A4161D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74" t="-26211" r="1492" b="91806"/>
          <a:stretch>
            <a:fillRect/>
          </a:stretch>
        </p:blipFill>
        <p:spPr>
          <a:xfrm flipH="1">
            <a:off x="4161200" y="-512863"/>
            <a:ext cx="4303635" cy="2008110"/>
          </a:xfrm>
          <a:prstGeom prst="rect">
            <a:avLst/>
          </a:prstGeom>
        </p:spPr>
      </p:pic>
      <p:pic>
        <p:nvPicPr>
          <p:cNvPr id="44" name="Picture 43" descr="Customizable 3D iPad Mockups | Rotato">
            <a:extLst>
              <a:ext uri="{FF2B5EF4-FFF2-40B4-BE49-F238E27FC236}">
                <a16:creationId xmlns:a16="http://schemas.microsoft.com/office/drawing/2014/main" id="{E074C49A-F525-5E11-AB72-4068E21388C9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CFCFC">
                  <a:alpha val="98824"/>
                </a:srgbClr>
              </a:clrFrom>
              <a:clrTo>
                <a:srgbClr val="FCFCFC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4491" b="94213" l="9844" r="99453">
                        <a14:foregroundMark x1="8828" y1="9444" x2="17031" y2="4491"/>
                        <a14:foregroundMark x1="17031" y1="4491" x2="31563" y2="8194"/>
                        <a14:foregroundMark x1="31563" y1="8194" x2="36641" y2="19537"/>
                        <a14:foregroundMark x1="36641" y1="19537" x2="40052" y2="10694"/>
                        <a14:foregroundMark x1="40052" y1="10694" x2="52422" y2="8657"/>
                        <a14:foregroundMark x1="52422" y1="8657" x2="56406" y2="9630"/>
                        <a14:foregroundMark x1="9844" y1="4583" x2="23880" y2="4954"/>
                        <a14:foregroundMark x1="20547" y1="93843" x2="31901" y2="94352"/>
                        <a14:foregroundMark x1="31901" y1="94352" x2="59896" y2="88611"/>
                        <a14:foregroundMark x1="59896" y1="88611" x2="96302" y2="94213"/>
                        <a14:foregroundMark x1="99453" y1="92917" x2="97109" y2="92917"/>
                      </a14:backgroundRemoval>
                    </a14:imgEffect>
                  </a14:imgLayer>
                </a14:imgProps>
              </a:ext>
            </a:extLst>
          </a:blip>
          <a:srcRect t="-75764" b="98227"/>
          <a:stretch>
            <a:fillRect/>
          </a:stretch>
        </p:blipFill>
        <p:spPr>
          <a:xfrm flipH="1">
            <a:off x="1845134" y="2078334"/>
            <a:ext cx="7393840" cy="3224817"/>
          </a:xfrm>
          <a:prstGeom prst="rect">
            <a:avLst/>
          </a:prstGeom>
        </p:spPr>
      </p:pic>
      <p:sp>
        <p:nvSpPr>
          <p:cNvPr id="46" name="Title 1">
            <a:extLst>
              <a:ext uri="{FF2B5EF4-FFF2-40B4-BE49-F238E27FC236}">
                <a16:creationId xmlns:a16="http://schemas.microsoft.com/office/drawing/2014/main" id="{B2149A61-37A9-E56F-F3EB-28D4FD3CB4A5}"/>
              </a:ext>
            </a:extLst>
          </p:cNvPr>
          <p:cNvSpPr txBox="1">
            <a:spLocks/>
          </p:cNvSpPr>
          <p:nvPr/>
        </p:nvSpPr>
        <p:spPr>
          <a:xfrm>
            <a:off x="8594145" y="839809"/>
            <a:ext cx="3379127" cy="23196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600" dirty="0">
                <a:solidFill>
                  <a:srgbClr val="00B050"/>
                </a:solidFill>
                <a:latin typeface="Google Sans Flex SemiBold" panose="020B0503030502040204" pitchFamily="34" charset="0"/>
                <a:ea typeface="Google Sans Flex SemiBold" panose="020B0503030502040204" pitchFamily="34" charset="0"/>
                <a:cs typeface="Google Sans Flex SemiBold" panose="020B0503030502040204" pitchFamily="34" charset="0"/>
              </a:rPr>
              <a:t>4 People </a:t>
            </a:r>
          </a:p>
          <a:p>
            <a:pPr algn="l"/>
            <a:r>
              <a:rPr lang="en-GB" sz="3600" dirty="0">
                <a:solidFill>
                  <a:srgbClr val="00B050"/>
                </a:solidFill>
                <a:latin typeface="Google Sans Flex SemiBold" panose="020B0503030502040204" pitchFamily="34" charset="0"/>
                <a:ea typeface="Google Sans Flex SemiBold" panose="020B0503030502040204" pitchFamily="34" charset="0"/>
                <a:cs typeface="Google Sans Flex SemiBold" panose="020B0503030502040204" pitchFamily="34" charset="0"/>
              </a:rPr>
              <a:t>One app,  </a:t>
            </a:r>
          </a:p>
          <a:p>
            <a:pPr algn="l"/>
            <a:r>
              <a:rPr lang="en-GB" sz="3600" dirty="0">
                <a:latin typeface="Google Sans Flex Light" panose="020B0503030502040204" pitchFamily="34" charset="0"/>
                <a:ea typeface="Google Sans Flex Light" panose="020B0503030502040204" pitchFamily="34" charset="0"/>
                <a:cs typeface="Google Sans Flex Light" panose="020B0503030502040204" pitchFamily="34" charset="0"/>
              </a:rPr>
              <a:t>Every Handoff </a:t>
            </a:r>
          </a:p>
          <a:p>
            <a:pPr algn="l"/>
            <a:r>
              <a:rPr lang="en-GB" sz="3600" dirty="0">
                <a:latin typeface="Google Sans Flex Light" panose="020B0503030502040204" pitchFamily="34" charset="0"/>
                <a:ea typeface="Google Sans Flex Light" panose="020B0503030502040204" pitchFamily="34" charset="0"/>
                <a:cs typeface="Google Sans Flex Light" panose="020B0503030502040204" pitchFamily="34" charset="0"/>
              </a:rPr>
              <a:t>on record</a:t>
            </a:r>
            <a:endParaRPr lang="en-US" sz="3600" dirty="0">
              <a:latin typeface="Google Sans Flex Light" panose="020B0503030502040204" pitchFamily="34" charset="0"/>
              <a:ea typeface="Google Sans Flex Light" panose="020B0503030502040204" pitchFamily="34" charset="0"/>
              <a:cs typeface="Google Sans Flex Light" panose="020B0503030502040204" pitchFamily="34" charset="0"/>
            </a:endParaRP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790CC625-B877-565C-6834-6EE9537120F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991"/>
          <a:stretch>
            <a:fillRect/>
          </a:stretch>
        </p:blipFill>
        <p:spPr>
          <a:xfrm>
            <a:off x="2801546" y="695800"/>
            <a:ext cx="5718324" cy="3600385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ADA0C2EB-44A6-2A91-88E6-F5C17FF3825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93684" b="104948"/>
          <a:stretch>
            <a:fillRect/>
          </a:stretch>
        </p:blipFill>
        <p:spPr>
          <a:xfrm>
            <a:off x="3762364" y="2275261"/>
            <a:ext cx="4815684" cy="3027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9933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323EE-5828-D792-0042-2C1B95419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B78CFF2-5CD5-154B-FF67-8631E2049F63}"/>
              </a:ext>
            </a:extLst>
          </p:cNvPr>
          <p:cNvSpPr txBox="1">
            <a:spLocks/>
          </p:cNvSpPr>
          <p:nvPr/>
        </p:nvSpPr>
        <p:spPr>
          <a:xfrm>
            <a:off x="10940069" y="6341157"/>
            <a:ext cx="654604" cy="3866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GB" sz="1400" dirty="0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01</a:t>
            </a:r>
            <a:endParaRPr lang="en-US" sz="1400" dirty="0">
              <a:latin typeface="Google Sans Flex" panose="020B0503030502040204" pitchFamily="34" charset="0"/>
              <a:ea typeface="Google Sans Flex" panose="020B0503030502040204" pitchFamily="34" charset="0"/>
              <a:cs typeface="Google Sans Flex" panose="020B050303050204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64C1F5A-9AC0-0DB6-2987-83593BEB4051}"/>
              </a:ext>
            </a:extLst>
          </p:cNvPr>
          <p:cNvSpPr/>
          <p:nvPr/>
        </p:nvSpPr>
        <p:spPr>
          <a:xfrm>
            <a:off x="610434" y="2632017"/>
            <a:ext cx="7738586" cy="2671134"/>
          </a:xfrm>
          <a:prstGeom prst="roundRect">
            <a:avLst>
              <a:gd name="adj" fmla="val 6890"/>
            </a:avLst>
          </a:prstGeom>
          <a:gradFill>
            <a:gsLst>
              <a:gs pos="10000">
                <a:srgbClr val="2B4288">
                  <a:alpha val="0"/>
                </a:srgbClr>
              </a:gs>
              <a:gs pos="70000">
                <a:srgbClr val="2B4288"/>
              </a:gs>
            </a:gsLst>
            <a:lin ang="11400000" scaled="0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19DCA0ED-0771-5CDA-E7A8-D18719BD9527}"/>
              </a:ext>
            </a:extLst>
          </p:cNvPr>
          <p:cNvSpPr txBox="1">
            <a:spLocks/>
          </p:cNvSpPr>
          <p:nvPr/>
        </p:nvSpPr>
        <p:spPr>
          <a:xfrm>
            <a:off x="8907229" y="1815367"/>
            <a:ext cx="5196273" cy="23196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600" dirty="0">
                <a:solidFill>
                  <a:srgbClr val="00B050"/>
                </a:solidFill>
                <a:latin typeface="Google Sans Flex SemiBold" panose="020B0503030502040204" pitchFamily="34" charset="0"/>
                <a:ea typeface="Google Sans Flex SemiBold" panose="020B0503030502040204" pitchFamily="34" charset="0"/>
                <a:cs typeface="Google Sans Flex SemiBold" panose="020B0503030502040204" pitchFamily="34" charset="0"/>
              </a:rPr>
              <a:t>4 People · One app,  </a:t>
            </a:r>
          </a:p>
          <a:p>
            <a:pPr algn="l"/>
            <a:r>
              <a:rPr lang="en-GB" sz="3600" dirty="0">
                <a:latin typeface="Google Sans Flex Light" panose="020B0503030502040204" pitchFamily="34" charset="0"/>
                <a:ea typeface="Google Sans Flex Light" panose="020B0503030502040204" pitchFamily="34" charset="0"/>
                <a:cs typeface="Google Sans Flex Light" panose="020B0503030502040204" pitchFamily="34" charset="0"/>
              </a:rPr>
              <a:t>Every Handoff on record</a:t>
            </a:r>
            <a:endParaRPr lang="en-US" sz="3600" dirty="0">
              <a:latin typeface="Google Sans Flex Light" panose="020B0503030502040204" pitchFamily="34" charset="0"/>
              <a:ea typeface="Google Sans Flex Light" panose="020B0503030502040204" pitchFamily="34" charset="0"/>
              <a:cs typeface="Google Sans Flex Light" panose="020B0503030502040204" pitchFamily="3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B7AEC5D-4EB4-375A-8B8F-D5D7C7E61977}"/>
              </a:ext>
            </a:extLst>
          </p:cNvPr>
          <p:cNvSpPr/>
          <p:nvPr/>
        </p:nvSpPr>
        <p:spPr>
          <a:xfrm>
            <a:off x="610434" y="1623322"/>
            <a:ext cx="7738586" cy="875983"/>
          </a:xfrm>
          <a:prstGeom prst="roundRect">
            <a:avLst>
              <a:gd name="adj" fmla="val 17746"/>
            </a:avLst>
          </a:prstGeom>
          <a:gradFill>
            <a:gsLst>
              <a:gs pos="10000">
                <a:srgbClr val="A4B2DF">
                  <a:alpha val="0"/>
                </a:srgbClr>
              </a:gs>
              <a:gs pos="70000">
                <a:srgbClr val="A4B2DF"/>
              </a:gs>
            </a:gsLst>
            <a:lin ang="11400000" scaled="0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F36788-04F6-3A69-600C-F1729B8603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323" t="-3871" r="26939" b="68682"/>
          <a:stretch>
            <a:fillRect/>
          </a:stretch>
        </p:blipFill>
        <p:spPr>
          <a:xfrm flipH="1">
            <a:off x="610433" y="1310243"/>
            <a:ext cx="3869294" cy="1197789"/>
          </a:xfrm>
          <a:prstGeom prst="round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469C1E5-AFA7-0875-25E4-73A1B456FED0}"/>
              </a:ext>
            </a:extLst>
          </p:cNvPr>
          <p:cNvSpPr/>
          <p:nvPr/>
        </p:nvSpPr>
        <p:spPr>
          <a:xfrm>
            <a:off x="2240117" y="1740719"/>
            <a:ext cx="5334895" cy="642155"/>
          </a:xfrm>
          <a:prstGeom prst="roundRect">
            <a:avLst>
              <a:gd name="adj" fmla="val 21260"/>
            </a:avLst>
          </a:prstGeom>
          <a:gradFill>
            <a:gsLst>
              <a:gs pos="10000">
                <a:schemeClr val="bg1">
                  <a:alpha val="0"/>
                </a:schemeClr>
              </a:gs>
              <a:gs pos="70000">
                <a:schemeClr val="bg1"/>
              </a:gs>
            </a:gsLst>
            <a:lin ang="11400000" scaled="0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15C335A-ED1C-1B7D-2D72-CBFC4A29C4A7}"/>
              </a:ext>
            </a:extLst>
          </p:cNvPr>
          <p:cNvSpPr txBox="1">
            <a:spLocks/>
          </p:cNvSpPr>
          <p:nvPr/>
        </p:nvSpPr>
        <p:spPr>
          <a:xfrm>
            <a:off x="2355933" y="1838454"/>
            <a:ext cx="3256064" cy="7479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800" dirty="0">
                <a:solidFill>
                  <a:sysClr val="windowText" lastClr="000000"/>
                </a:solidFill>
                <a:latin typeface="Google Sans Flex SemiBold" panose="020B0503030502040204" pitchFamily="34" charset="0"/>
                <a:ea typeface="Google Sans Flex SemiBold" panose="020B0503030502040204" pitchFamily="34" charset="0"/>
                <a:cs typeface="Google Sans Flex SemiBold" panose="020B0503030502040204" pitchFamily="34" charset="0"/>
              </a:rPr>
              <a:t>Dispatcher</a:t>
            </a:r>
            <a:endParaRPr lang="en-US" sz="2800" dirty="0">
              <a:solidFill>
                <a:sysClr val="windowText" lastClr="000000"/>
              </a:solidFill>
              <a:latin typeface="Google Sans Flex SemiBold" panose="020B0503030502040204" pitchFamily="34" charset="0"/>
              <a:ea typeface="Google Sans Flex SemiBold" panose="020B0503030502040204" pitchFamily="34" charset="0"/>
              <a:cs typeface="Google Sans Flex SemiBold" panose="020B050303050204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6EBFF48-1DE2-C725-DDD9-8E8C2C16718D}"/>
              </a:ext>
            </a:extLst>
          </p:cNvPr>
          <p:cNvSpPr/>
          <p:nvPr/>
        </p:nvSpPr>
        <p:spPr>
          <a:xfrm>
            <a:off x="610434" y="625161"/>
            <a:ext cx="7738586" cy="875983"/>
          </a:xfrm>
          <a:prstGeom prst="roundRect">
            <a:avLst>
              <a:gd name="adj" fmla="val 17746"/>
            </a:avLst>
          </a:prstGeom>
          <a:gradFill>
            <a:gsLst>
              <a:gs pos="10000">
                <a:srgbClr val="218265">
                  <a:alpha val="0"/>
                </a:srgbClr>
              </a:gs>
              <a:gs pos="70000">
                <a:srgbClr val="218265"/>
              </a:gs>
            </a:gsLst>
            <a:lin ang="11400000" scaled="0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BC26E46-6B9B-8559-FC1E-359D1B5ECB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74796"/>
          <a:stretch>
            <a:fillRect/>
          </a:stretch>
        </p:blipFill>
        <p:spPr>
          <a:xfrm>
            <a:off x="885605" y="531766"/>
            <a:ext cx="1743848" cy="970389"/>
          </a:xfrm>
          <a:prstGeom prst="rect">
            <a:avLst/>
          </a:prstGeom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7AE7A9B-FB0B-D80F-E377-D0D3308E641B}"/>
              </a:ext>
            </a:extLst>
          </p:cNvPr>
          <p:cNvSpPr/>
          <p:nvPr/>
        </p:nvSpPr>
        <p:spPr>
          <a:xfrm>
            <a:off x="2240117" y="742074"/>
            <a:ext cx="5334895" cy="642155"/>
          </a:xfrm>
          <a:prstGeom prst="roundRect">
            <a:avLst>
              <a:gd name="adj" fmla="val 21260"/>
            </a:avLst>
          </a:prstGeom>
          <a:gradFill>
            <a:gsLst>
              <a:gs pos="10000">
                <a:schemeClr val="bg1">
                  <a:alpha val="0"/>
                </a:schemeClr>
              </a:gs>
              <a:gs pos="70000">
                <a:schemeClr val="bg1"/>
              </a:gs>
            </a:gsLst>
            <a:lin ang="11400000" scaled="0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967CF0E3-978F-9271-ABA5-B7DEC39B4271}"/>
              </a:ext>
            </a:extLst>
          </p:cNvPr>
          <p:cNvSpPr txBox="1">
            <a:spLocks/>
          </p:cNvSpPr>
          <p:nvPr/>
        </p:nvSpPr>
        <p:spPr>
          <a:xfrm>
            <a:off x="2355933" y="839809"/>
            <a:ext cx="3256064" cy="7479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800" dirty="0">
                <a:solidFill>
                  <a:sysClr val="windowText" lastClr="000000"/>
                </a:solidFill>
                <a:latin typeface="Google Sans Flex SemiBold" panose="020B0503030502040204" pitchFamily="34" charset="0"/>
                <a:ea typeface="Google Sans Flex SemiBold" panose="020B0503030502040204" pitchFamily="34" charset="0"/>
                <a:cs typeface="Google Sans Flex SemiBold" panose="020B0503030502040204" pitchFamily="34" charset="0"/>
              </a:rPr>
              <a:t>Store Manager</a:t>
            </a:r>
            <a:endParaRPr lang="en-US" sz="2800" dirty="0">
              <a:solidFill>
                <a:sysClr val="windowText" lastClr="000000"/>
              </a:solidFill>
              <a:latin typeface="Google Sans Flex SemiBold" panose="020B0503030502040204" pitchFamily="34" charset="0"/>
              <a:ea typeface="Google Sans Flex SemiBold" panose="020B0503030502040204" pitchFamily="34" charset="0"/>
              <a:cs typeface="Google Sans Flex SemiBold" panose="020B0503030502040204" pitchFamily="34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875628F-E12C-5457-F1F9-08573971EA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909" b="89971" l="5744" r="97773">
                        <a14:foregroundMark x1="43142" y1="4794" x2="53810" y2="7596"/>
                        <a14:foregroundMark x1="53810" y1="7596" x2="52521" y2="4056"/>
                        <a14:foregroundMark x1="19578" y1="38791" x2="9848" y2="44322"/>
                        <a14:foregroundMark x1="9848" y1="44322" x2="37280" y2="39749"/>
                        <a14:foregroundMark x1="37280" y1="39749" x2="35053" y2="46976"/>
                        <a14:foregroundMark x1="35053" y1="46976" x2="15944" y2="39676"/>
                        <a14:foregroundMark x1="15944" y1="39676" x2="43494" y2="40560"/>
                        <a14:foregroundMark x1="43494" y1="40560" x2="88042" y2="33850"/>
                        <a14:foregroundMark x1="88042" y1="33850" x2="74209" y2="46903"/>
                        <a14:foregroundMark x1="74209" y1="46903" x2="15709" y2="66003"/>
                        <a14:foregroundMark x1="15709" y1="66003" x2="58148" y2="66888"/>
                        <a14:foregroundMark x1="58148" y1="66888" x2="28722" y2="84956"/>
                        <a14:foregroundMark x1="28722" y1="84956" x2="56975" y2="80162"/>
                        <a14:foregroundMark x1="56975" y1="80162" x2="57913" y2="80531"/>
                        <a14:foregroundMark x1="25440" y1="57301" x2="59906" y2="60177"/>
                        <a14:foregroundMark x1="59906" y1="60177" x2="69988" y2="71755"/>
                        <a14:foregroundMark x1="69988" y1="71755" x2="85932" y2="75369"/>
                        <a14:foregroundMark x1="85932" y1="75369" x2="93904" y2="42552"/>
                        <a14:foregroundMark x1="93904" y1="42552" x2="77491" y2="40413"/>
                        <a14:foregroundMark x1="77491" y1="40413" x2="29777" y2="52581"/>
                        <a14:foregroundMark x1="29777" y1="52581" x2="17937" y2="48451"/>
                        <a14:foregroundMark x1="17937" y1="48451" x2="26964" y2="91445"/>
                        <a14:foregroundMark x1="26964" y1="91445" x2="40328" y2="91445"/>
                        <a14:foregroundMark x1="40328" y1="91445" x2="71043" y2="82670"/>
                        <a14:foregroundMark x1="71043" y1="82670" x2="73154" y2="91077"/>
                        <a14:foregroundMark x1="73154" y1="91077" x2="85111" y2="95206"/>
                        <a14:foregroundMark x1="85111" y1="95206" x2="97186" y2="85251"/>
                        <a14:foregroundMark x1="97186" y1="85251" x2="97773" y2="89159"/>
                        <a14:foregroundMark x1="79484" y1="32153" x2="95076" y2="34882"/>
                        <a14:foregroundMark x1="95076" y1="34882" x2="98359" y2="60324"/>
                        <a14:foregroundMark x1="98359" y1="60324" x2="52872" y2="79867"/>
                        <a14:foregroundMark x1="52872" y1="79867" x2="84642" y2="59661"/>
                        <a14:foregroundMark x1="84642" y1="59661" x2="95545" y2="63422"/>
                        <a14:foregroundMark x1="95545" y1="63422" x2="93318" y2="55383"/>
                        <a14:foregroundMark x1="93318" y1="55383" x2="78546" y2="61652"/>
                        <a14:foregroundMark x1="78546" y1="61652" x2="8089" y2="74558"/>
                        <a14:foregroundMark x1="8089" y1="74558" x2="5744" y2="62537"/>
                        <a14:foregroundMark x1="5744" y1="62537" x2="18054" y2="40634"/>
                        <a14:foregroundMark x1="18054" y1="40634" x2="27902" y2="36062"/>
                        <a14:foregroundMark x1="27902" y1="36062" x2="15006" y2="36504"/>
                        <a14:foregroundMark x1="15006" y1="36504" x2="15592" y2="68805"/>
                        <a14:foregroundMark x1="15592" y1="68805" x2="20164" y2="56785"/>
                        <a14:foregroundMark x1="20164" y1="56785" x2="17468" y2="59956"/>
                        <a14:foregroundMark x1="33529" y1="30088" x2="33529" y2="27802"/>
                        <a14:backgroundMark x1="36811" y1="6047" x2="36811" y2="6047"/>
                        <a14:backgroundMark x1="36811" y1="6047" x2="36811" y2="6047"/>
                        <a14:backgroundMark x1="37280" y1="12242" x2="37280" y2="12242"/>
                        <a14:backgroundMark x1="44900" y1="20206" x2="44900" y2="20206"/>
                        <a14:backgroundMark x1="48300" y1="20206" x2="48300" y2="20206"/>
                        <a14:backgroundMark x1="41501" y1="17699" x2="41501" y2="17699"/>
                        <a14:backgroundMark x1="24736" y1="26991" x2="24736" y2="2699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5865" b="55655"/>
          <a:stretch>
            <a:fillRect/>
          </a:stretch>
        </p:blipFill>
        <p:spPr>
          <a:xfrm flipH="1">
            <a:off x="610432" y="2261978"/>
            <a:ext cx="3198260" cy="3041174"/>
          </a:xfrm>
          <a:prstGeom prst="roundRect">
            <a:avLst>
              <a:gd name="adj" fmla="val 6645"/>
            </a:avLst>
          </a:prstGeom>
        </p:spPr>
      </p:pic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7E3C1B5-2B69-4E38-4E5F-D68236929F06}"/>
              </a:ext>
            </a:extLst>
          </p:cNvPr>
          <p:cNvSpPr/>
          <p:nvPr/>
        </p:nvSpPr>
        <p:spPr>
          <a:xfrm>
            <a:off x="2240117" y="2766079"/>
            <a:ext cx="5334895" cy="1137060"/>
          </a:xfrm>
          <a:prstGeom prst="roundRect">
            <a:avLst>
              <a:gd name="adj" fmla="val 21260"/>
            </a:avLst>
          </a:prstGeom>
          <a:gradFill>
            <a:gsLst>
              <a:gs pos="10000">
                <a:schemeClr val="bg1">
                  <a:alpha val="0"/>
                </a:schemeClr>
              </a:gs>
              <a:gs pos="70000">
                <a:schemeClr val="bg1"/>
              </a:gs>
            </a:gsLst>
            <a:lin ang="11400000" scaled="0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87999A11-05A7-6243-F30B-5AFF2295AD55}"/>
              </a:ext>
            </a:extLst>
          </p:cNvPr>
          <p:cNvSpPr txBox="1">
            <a:spLocks/>
          </p:cNvSpPr>
          <p:nvPr/>
        </p:nvSpPr>
        <p:spPr>
          <a:xfrm>
            <a:off x="2355932" y="2863813"/>
            <a:ext cx="4095202" cy="7479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4000" dirty="0">
                <a:solidFill>
                  <a:sysClr val="windowText" lastClr="000000"/>
                </a:solidFill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Loader</a:t>
            </a:r>
            <a:endParaRPr lang="en-US" sz="4000" dirty="0">
              <a:solidFill>
                <a:sysClr val="windowText" lastClr="000000"/>
              </a:solidFill>
              <a:latin typeface="Google Sans Flex" panose="020B0503030502040204" pitchFamily="34" charset="0"/>
              <a:ea typeface="Google Sans Flex" panose="020B0503030502040204" pitchFamily="34" charset="0"/>
              <a:cs typeface="Google Sans Flex" panose="020B0503030502040204" pitchFamily="34" charset="0"/>
            </a:endParaRP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D88728BE-EF79-F1E3-268D-60A3C2C05EA5}"/>
              </a:ext>
            </a:extLst>
          </p:cNvPr>
          <p:cNvSpPr txBox="1">
            <a:spLocks/>
          </p:cNvSpPr>
          <p:nvPr/>
        </p:nvSpPr>
        <p:spPr>
          <a:xfrm>
            <a:off x="2371993" y="3431677"/>
            <a:ext cx="3743582" cy="338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1400" dirty="0">
                <a:latin typeface="Google Sans Flex SemiBold" panose="020B0503030502040204" pitchFamily="34" charset="0"/>
                <a:ea typeface="Google Sans Flex SemiBold" panose="020B0503030502040204" pitchFamily="34" charset="0"/>
                <a:cs typeface="Google Sans Flex SemiBold" panose="020B0503030502040204" pitchFamily="34" charset="0"/>
              </a:rPr>
              <a:t>Loades &amp; Checks </a:t>
            </a:r>
            <a:endParaRPr lang="en-US" sz="1400" dirty="0">
              <a:latin typeface="Google Sans Flex SemiBold" panose="020B0503030502040204" pitchFamily="34" charset="0"/>
              <a:ea typeface="Google Sans Flex SemiBold" panose="020B0503030502040204" pitchFamily="34" charset="0"/>
              <a:cs typeface="Google Sans Flex SemiBold" panose="020B0503030502040204" pitchFamily="34" charset="0"/>
            </a:endParaRP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7788248E-6736-019C-BE05-538BB267CB3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40923" b="104723"/>
          <a:stretch>
            <a:fillRect/>
          </a:stretch>
        </p:blipFill>
        <p:spPr>
          <a:xfrm>
            <a:off x="2801546" y="695801"/>
            <a:ext cx="5718324" cy="1809952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95E44E3F-8CEB-DFEE-E5A0-A39A7F639D9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263"/>
          <a:stretch>
            <a:fillRect/>
          </a:stretch>
        </p:blipFill>
        <p:spPr>
          <a:xfrm>
            <a:off x="3762364" y="2275261"/>
            <a:ext cx="4815684" cy="3027890"/>
          </a:xfrm>
          <a:prstGeom prst="rect">
            <a:avLst/>
          </a:prstGeom>
        </p:spPr>
      </p:pic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4061AC4C-4214-4C8C-D1D9-AE6E9F1F67A8}"/>
              </a:ext>
            </a:extLst>
          </p:cNvPr>
          <p:cNvSpPr/>
          <p:nvPr/>
        </p:nvSpPr>
        <p:spPr>
          <a:xfrm>
            <a:off x="610434" y="5454800"/>
            <a:ext cx="7738586" cy="875983"/>
          </a:xfrm>
          <a:prstGeom prst="roundRect">
            <a:avLst>
              <a:gd name="adj" fmla="val 17746"/>
            </a:avLst>
          </a:prstGeom>
          <a:gradFill>
            <a:gsLst>
              <a:gs pos="10000">
                <a:srgbClr val="FDCB44">
                  <a:alpha val="0"/>
                </a:srgbClr>
              </a:gs>
              <a:gs pos="70000">
                <a:srgbClr val="FDCB44"/>
              </a:gs>
            </a:gsLst>
            <a:lin ang="11400000" scaled="0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849DDCD5-ABE2-D829-4C59-1944DF01018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35" t="-1" b="69100"/>
          <a:stretch>
            <a:fillRect/>
          </a:stretch>
        </p:blipFill>
        <p:spPr>
          <a:xfrm>
            <a:off x="619248" y="5005590"/>
            <a:ext cx="4364597" cy="1335567"/>
          </a:xfrm>
          <a:prstGeom prst="roundRect">
            <a:avLst>
              <a:gd name="adj" fmla="val 15779"/>
            </a:avLst>
          </a:prstGeom>
        </p:spPr>
      </p:pic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00F23CFB-8BF6-8CCE-8A62-E6A37518E5D1}"/>
              </a:ext>
            </a:extLst>
          </p:cNvPr>
          <p:cNvSpPr/>
          <p:nvPr/>
        </p:nvSpPr>
        <p:spPr>
          <a:xfrm>
            <a:off x="2240117" y="5562363"/>
            <a:ext cx="5334895" cy="642155"/>
          </a:xfrm>
          <a:prstGeom prst="roundRect">
            <a:avLst>
              <a:gd name="adj" fmla="val 21260"/>
            </a:avLst>
          </a:prstGeom>
          <a:gradFill>
            <a:gsLst>
              <a:gs pos="10000">
                <a:schemeClr val="bg1">
                  <a:alpha val="0"/>
                </a:schemeClr>
              </a:gs>
              <a:gs pos="70000">
                <a:schemeClr val="bg1"/>
              </a:gs>
            </a:gsLst>
            <a:lin ang="11400000" scaled="0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Google Sans Flex SemiBold" panose="020B0503030502040204" pitchFamily="34" charset="0"/>
              <a:ea typeface="Google Sans Flex SemiBold" panose="020B0503030502040204" pitchFamily="34" charset="0"/>
              <a:cs typeface="Google Sans Flex SemiBold" panose="020B0503030502040204" pitchFamily="34" charset="0"/>
            </a:endParaRPr>
          </a:p>
        </p:txBody>
      </p:sp>
      <p:sp>
        <p:nvSpPr>
          <p:cNvPr id="55" name="Title 1">
            <a:extLst>
              <a:ext uri="{FF2B5EF4-FFF2-40B4-BE49-F238E27FC236}">
                <a16:creationId xmlns:a16="http://schemas.microsoft.com/office/drawing/2014/main" id="{F9C91B4D-DC40-347E-FD99-759F026B1C76}"/>
              </a:ext>
            </a:extLst>
          </p:cNvPr>
          <p:cNvSpPr txBox="1">
            <a:spLocks/>
          </p:cNvSpPr>
          <p:nvPr/>
        </p:nvSpPr>
        <p:spPr>
          <a:xfrm>
            <a:off x="2355933" y="5660098"/>
            <a:ext cx="3256064" cy="7479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800" dirty="0">
                <a:solidFill>
                  <a:sysClr val="windowText" lastClr="000000"/>
                </a:solidFill>
                <a:latin typeface="Google Sans Flex SemiBold" panose="020B0503030502040204" pitchFamily="34" charset="0"/>
                <a:ea typeface="Google Sans Flex SemiBold" panose="020B0503030502040204" pitchFamily="34" charset="0"/>
                <a:cs typeface="Google Sans Flex SemiBold" panose="020B0503030502040204" pitchFamily="34" charset="0"/>
              </a:rPr>
              <a:t>Driver</a:t>
            </a:r>
            <a:endParaRPr lang="en-US" sz="2800" dirty="0">
              <a:solidFill>
                <a:sysClr val="windowText" lastClr="000000"/>
              </a:solidFill>
              <a:latin typeface="Google Sans Flex SemiBold" panose="020B0503030502040204" pitchFamily="34" charset="0"/>
              <a:ea typeface="Google Sans Flex SemiBold" panose="020B0503030502040204" pitchFamily="34" charset="0"/>
              <a:cs typeface="Google Sans Flex SemiBold" panose="020B0503030502040204" pitchFamily="34" charset="0"/>
            </a:endParaRP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6167677B-27FF-2963-650D-E1E9EE9D2A4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74" t="-26211" r="1492" b="91806"/>
          <a:stretch>
            <a:fillRect/>
          </a:stretch>
        </p:blipFill>
        <p:spPr>
          <a:xfrm flipH="1">
            <a:off x="4161200" y="4331377"/>
            <a:ext cx="4303635" cy="2008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2384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2080A-FB26-D7AF-7D8F-275E7CBDB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5875103-2088-9511-BBF0-75AA5F5583E2}"/>
              </a:ext>
            </a:extLst>
          </p:cNvPr>
          <p:cNvSpPr txBox="1">
            <a:spLocks/>
          </p:cNvSpPr>
          <p:nvPr/>
        </p:nvSpPr>
        <p:spPr>
          <a:xfrm>
            <a:off x="10940069" y="6341157"/>
            <a:ext cx="654604" cy="3866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GB" sz="1400" dirty="0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01</a:t>
            </a:r>
            <a:endParaRPr lang="en-US" sz="1400" dirty="0">
              <a:latin typeface="Google Sans Flex" panose="020B0503030502040204" pitchFamily="34" charset="0"/>
              <a:ea typeface="Google Sans Flex" panose="020B0503030502040204" pitchFamily="34" charset="0"/>
              <a:cs typeface="Google Sans Flex" panose="020B050303050204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4492F44-BA65-518E-115C-B8792787219C}"/>
              </a:ext>
            </a:extLst>
          </p:cNvPr>
          <p:cNvSpPr/>
          <p:nvPr/>
        </p:nvSpPr>
        <p:spPr>
          <a:xfrm>
            <a:off x="610434" y="3659649"/>
            <a:ext cx="7738586" cy="2671134"/>
          </a:xfrm>
          <a:prstGeom prst="roundRect">
            <a:avLst>
              <a:gd name="adj" fmla="val 6890"/>
            </a:avLst>
          </a:prstGeom>
          <a:gradFill>
            <a:gsLst>
              <a:gs pos="10000">
                <a:srgbClr val="FDCB44">
                  <a:alpha val="0"/>
                </a:srgbClr>
              </a:gs>
              <a:gs pos="70000">
                <a:srgbClr val="FDCB44"/>
              </a:gs>
            </a:gsLst>
            <a:lin ang="11400000" scaled="0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84A12088-5D59-283F-1399-867492579E73}"/>
              </a:ext>
            </a:extLst>
          </p:cNvPr>
          <p:cNvSpPr/>
          <p:nvPr/>
        </p:nvSpPr>
        <p:spPr>
          <a:xfrm>
            <a:off x="610434" y="2644119"/>
            <a:ext cx="7738586" cy="875983"/>
          </a:xfrm>
          <a:prstGeom prst="roundRect">
            <a:avLst>
              <a:gd name="adj" fmla="val 17746"/>
            </a:avLst>
          </a:prstGeom>
          <a:gradFill>
            <a:gsLst>
              <a:gs pos="10000">
                <a:srgbClr val="2B4288">
                  <a:alpha val="0"/>
                </a:srgbClr>
              </a:gs>
              <a:gs pos="70000">
                <a:srgbClr val="2B4288"/>
              </a:gs>
            </a:gsLst>
            <a:lin ang="11400000" scaled="0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8493DB4-0F68-3FBF-40A9-1B221F06A2AA}"/>
              </a:ext>
            </a:extLst>
          </p:cNvPr>
          <p:cNvSpPr/>
          <p:nvPr/>
        </p:nvSpPr>
        <p:spPr>
          <a:xfrm>
            <a:off x="610434" y="1623322"/>
            <a:ext cx="7738586" cy="875983"/>
          </a:xfrm>
          <a:prstGeom prst="roundRect">
            <a:avLst>
              <a:gd name="adj" fmla="val 17746"/>
            </a:avLst>
          </a:prstGeom>
          <a:gradFill>
            <a:gsLst>
              <a:gs pos="10000">
                <a:srgbClr val="A4B2DF">
                  <a:alpha val="0"/>
                </a:srgbClr>
              </a:gs>
              <a:gs pos="70000">
                <a:srgbClr val="A4B2DF"/>
              </a:gs>
            </a:gsLst>
            <a:lin ang="11400000" scaled="0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00ED2EE-0479-EFA2-4641-2FB7BC7D32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323" t="-3871" r="26938" b="68682"/>
          <a:stretch>
            <a:fillRect/>
          </a:stretch>
        </p:blipFill>
        <p:spPr>
          <a:xfrm flipH="1">
            <a:off x="610433" y="1310243"/>
            <a:ext cx="3869293" cy="1197789"/>
          </a:xfrm>
          <a:prstGeom prst="round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4F90A31-7EDB-0607-0C80-9906D33EBEA4}"/>
              </a:ext>
            </a:extLst>
          </p:cNvPr>
          <p:cNvSpPr/>
          <p:nvPr/>
        </p:nvSpPr>
        <p:spPr>
          <a:xfrm>
            <a:off x="2240117" y="1740719"/>
            <a:ext cx="5334895" cy="642155"/>
          </a:xfrm>
          <a:prstGeom prst="roundRect">
            <a:avLst>
              <a:gd name="adj" fmla="val 21260"/>
            </a:avLst>
          </a:prstGeom>
          <a:gradFill>
            <a:gsLst>
              <a:gs pos="10000">
                <a:schemeClr val="bg1">
                  <a:alpha val="0"/>
                </a:schemeClr>
              </a:gs>
              <a:gs pos="70000">
                <a:schemeClr val="bg1"/>
              </a:gs>
            </a:gsLst>
            <a:lin ang="11400000" scaled="0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CD57CD60-313F-A95F-B71E-3BD911DC1254}"/>
              </a:ext>
            </a:extLst>
          </p:cNvPr>
          <p:cNvSpPr txBox="1">
            <a:spLocks/>
          </p:cNvSpPr>
          <p:nvPr/>
        </p:nvSpPr>
        <p:spPr>
          <a:xfrm>
            <a:off x="2355933" y="1838454"/>
            <a:ext cx="3256064" cy="7479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800" dirty="0">
                <a:solidFill>
                  <a:sysClr val="windowText" lastClr="000000"/>
                </a:solidFill>
                <a:latin typeface="Google Sans Flex SemiBold" panose="020B0503030502040204" pitchFamily="34" charset="0"/>
                <a:ea typeface="Google Sans Flex SemiBold" panose="020B0503030502040204" pitchFamily="34" charset="0"/>
                <a:cs typeface="Google Sans Flex SemiBold" panose="020B0503030502040204" pitchFamily="34" charset="0"/>
              </a:rPr>
              <a:t>Dispatcher</a:t>
            </a:r>
            <a:endParaRPr lang="en-US" sz="2800" dirty="0">
              <a:solidFill>
                <a:sysClr val="windowText" lastClr="000000"/>
              </a:solidFill>
              <a:latin typeface="Google Sans Flex SemiBold" panose="020B0503030502040204" pitchFamily="34" charset="0"/>
              <a:ea typeface="Google Sans Flex SemiBold" panose="020B0503030502040204" pitchFamily="34" charset="0"/>
              <a:cs typeface="Google Sans Flex SemiBold" panose="020B050303050204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1A1D755-E1C7-311E-DF47-AA3AC769F015}"/>
              </a:ext>
            </a:extLst>
          </p:cNvPr>
          <p:cNvSpPr/>
          <p:nvPr/>
        </p:nvSpPr>
        <p:spPr>
          <a:xfrm>
            <a:off x="610434" y="625161"/>
            <a:ext cx="7738586" cy="875983"/>
          </a:xfrm>
          <a:prstGeom prst="roundRect">
            <a:avLst>
              <a:gd name="adj" fmla="val 17746"/>
            </a:avLst>
          </a:prstGeom>
          <a:gradFill>
            <a:gsLst>
              <a:gs pos="10000">
                <a:srgbClr val="218265">
                  <a:alpha val="0"/>
                </a:srgbClr>
              </a:gs>
              <a:gs pos="70000">
                <a:srgbClr val="218265"/>
              </a:gs>
            </a:gsLst>
            <a:lin ang="11400000" scaled="0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58A3B87-A9A9-2C87-D3E6-E027CB5F72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74796"/>
          <a:stretch>
            <a:fillRect/>
          </a:stretch>
        </p:blipFill>
        <p:spPr>
          <a:xfrm>
            <a:off x="885605" y="531766"/>
            <a:ext cx="1743848" cy="970389"/>
          </a:xfrm>
          <a:prstGeom prst="rect">
            <a:avLst/>
          </a:prstGeom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AC858DE-B639-5877-F356-2C07C435E4F0}"/>
              </a:ext>
            </a:extLst>
          </p:cNvPr>
          <p:cNvSpPr/>
          <p:nvPr/>
        </p:nvSpPr>
        <p:spPr>
          <a:xfrm>
            <a:off x="2240117" y="742074"/>
            <a:ext cx="5334895" cy="642155"/>
          </a:xfrm>
          <a:prstGeom prst="roundRect">
            <a:avLst>
              <a:gd name="adj" fmla="val 21260"/>
            </a:avLst>
          </a:prstGeom>
          <a:gradFill>
            <a:gsLst>
              <a:gs pos="10000">
                <a:schemeClr val="bg1">
                  <a:alpha val="0"/>
                </a:schemeClr>
              </a:gs>
              <a:gs pos="70000">
                <a:schemeClr val="bg1"/>
              </a:gs>
            </a:gsLst>
            <a:lin ang="11400000" scaled="0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2F20CFA2-1096-7F49-C065-9AADD9FA4A9B}"/>
              </a:ext>
            </a:extLst>
          </p:cNvPr>
          <p:cNvSpPr txBox="1">
            <a:spLocks/>
          </p:cNvSpPr>
          <p:nvPr/>
        </p:nvSpPr>
        <p:spPr>
          <a:xfrm>
            <a:off x="2355933" y="839809"/>
            <a:ext cx="3256064" cy="7479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800" dirty="0">
                <a:solidFill>
                  <a:sysClr val="windowText" lastClr="000000"/>
                </a:solidFill>
                <a:latin typeface="Google Sans Flex SemiBold" panose="020B0503030502040204" pitchFamily="34" charset="0"/>
                <a:ea typeface="Google Sans Flex SemiBold" panose="020B0503030502040204" pitchFamily="34" charset="0"/>
                <a:cs typeface="Google Sans Flex SemiBold" panose="020B0503030502040204" pitchFamily="34" charset="0"/>
              </a:rPr>
              <a:t>Store Manager</a:t>
            </a:r>
            <a:endParaRPr lang="en-US" sz="2800" dirty="0">
              <a:solidFill>
                <a:sysClr val="windowText" lastClr="000000"/>
              </a:solidFill>
              <a:latin typeface="Google Sans Flex SemiBold" panose="020B0503030502040204" pitchFamily="34" charset="0"/>
              <a:ea typeface="Google Sans Flex SemiBold" panose="020B0503030502040204" pitchFamily="34" charset="0"/>
              <a:cs typeface="Google Sans Flex SemiBold" panose="020B0503030502040204" pitchFamily="34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9CCF799E-BA5F-F36C-6CFA-062AAEA533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909" b="89971" l="5744" r="97773">
                        <a14:foregroundMark x1="43142" y1="4794" x2="53810" y2="7596"/>
                        <a14:foregroundMark x1="53810" y1="7596" x2="52521" y2="4056"/>
                        <a14:foregroundMark x1="19578" y1="38791" x2="9848" y2="44322"/>
                        <a14:foregroundMark x1="9848" y1="44322" x2="37280" y2="39749"/>
                        <a14:foregroundMark x1="37280" y1="39749" x2="35053" y2="46976"/>
                        <a14:foregroundMark x1="35053" y1="46976" x2="15944" y2="39676"/>
                        <a14:foregroundMark x1="15944" y1="39676" x2="43494" y2="40560"/>
                        <a14:foregroundMark x1="43494" y1="40560" x2="88042" y2="33850"/>
                        <a14:foregroundMark x1="88042" y1="33850" x2="74209" y2="46903"/>
                        <a14:foregroundMark x1="74209" y1="46903" x2="15709" y2="66003"/>
                        <a14:foregroundMark x1="15709" y1="66003" x2="58148" y2="66888"/>
                        <a14:foregroundMark x1="58148" y1="66888" x2="28722" y2="84956"/>
                        <a14:foregroundMark x1="28722" y1="84956" x2="56975" y2="80162"/>
                        <a14:foregroundMark x1="56975" y1="80162" x2="57913" y2="80531"/>
                        <a14:foregroundMark x1="25440" y1="57301" x2="59906" y2="60177"/>
                        <a14:foregroundMark x1="59906" y1="60177" x2="69988" y2="71755"/>
                        <a14:foregroundMark x1="69988" y1="71755" x2="85932" y2="75369"/>
                        <a14:foregroundMark x1="85932" y1="75369" x2="93904" y2="42552"/>
                        <a14:foregroundMark x1="93904" y1="42552" x2="77491" y2="40413"/>
                        <a14:foregroundMark x1="77491" y1="40413" x2="29777" y2="52581"/>
                        <a14:foregroundMark x1="29777" y1="52581" x2="17937" y2="48451"/>
                        <a14:foregroundMark x1="17937" y1="48451" x2="26964" y2="91445"/>
                        <a14:foregroundMark x1="26964" y1="91445" x2="40328" y2="91445"/>
                        <a14:foregroundMark x1="40328" y1="91445" x2="71043" y2="82670"/>
                        <a14:foregroundMark x1="71043" y1="82670" x2="73154" y2="91077"/>
                        <a14:foregroundMark x1="73154" y1="91077" x2="85111" y2="95206"/>
                        <a14:foregroundMark x1="85111" y1="95206" x2="97186" y2="85251"/>
                        <a14:foregroundMark x1="97186" y1="85251" x2="97773" y2="89159"/>
                        <a14:foregroundMark x1="79484" y1="32153" x2="95076" y2="34882"/>
                        <a14:foregroundMark x1="95076" y1="34882" x2="98359" y2="60324"/>
                        <a14:foregroundMark x1="98359" y1="60324" x2="52872" y2="79867"/>
                        <a14:foregroundMark x1="52872" y1="79867" x2="84642" y2="59661"/>
                        <a14:foregroundMark x1="84642" y1="59661" x2="95545" y2="63422"/>
                        <a14:foregroundMark x1="95545" y1="63422" x2="93318" y2="55383"/>
                        <a14:foregroundMark x1="93318" y1="55383" x2="78546" y2="61652"/>
                        <a14:foregroundMark x1="78546" y1="61652" x2="8089" y2="74558"/>
                        <a14:foregroundMark x1="8089" y1="74558" x2="5744" y2="62537"/>
                        <a14:foregroundMark x1="5744" y1="62537" x2="18054" y2="40634"/>
                        <a14:foregroundMark x1="18054" y1="40634" x2="27902" y2="36062"/>
                        <a14:foregroundMark x1="27902" y1="36062" x2="15006" y2="36504"/>
                        <a14:foregroundMark x1="15006" y1="36504" x2="15592" y2="68805"/>
                        <a14:foregroundMark x1="15592" y1="68805" x2="20164" y2="56785"/>
                        <a14:foregroundMark x1="20164" y1="56785" x2="17468" y2="59956"/>
                        <a14:foregroundMark x1="33529" y1="30088" x2="33529" y2="27802"/>
                        <a14:backgroundMark x1="36811" y1="6047" x2="36811" y2="6047"/>
                        <a14:backgroundMark x1="36811" y1="6047" x2="36811" y2="6047"/>
                        <a14:backgroundMark x1="37280" y1="12242" x2="37280" y2="12242"/>
                        <a14:backgroundMark x1="44900" y1="20206" x2="44900" y2="20206"/>
                        <a14:backgroundMark x1="48300" y1="20206" x2="48300" y2="20206"/>
                        <a14:backgroundMark x1="41501" y1="17699" x2="41501" y2="17699"/>
                        <a14:backgroundMark x1="24736" y1="26991" x2="24736" y2="2699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0100" b="80229"/>
          <a:stretch>
            <a:fillRect/>
          </a:stretch>
        </p:blipFill>
        <p:spPr>
          <a:xfrm flipH="1">
            <a:off x="610432" y="2493686"/>
            <a:ext cx="2603490" cy="1024094"/>
          </a:xfrm>
          <a:prstGeom prst="roundRect">
            <a:avLst>
              <a:gd name="adj" fmla="val 4497"/>
            </a:avLst>
          </a:prstGeom>
        </p:spPr>
      </p:pic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75594B2-590C-6F03-6E01-EED85844D527}"/>
              </a:ext>
            </a:extLst>
          </p:cNvPr>
          <p:cNvSpPr/>
          <p:nvPr/>
        </p:nvSpPr>
        <p:spPr>
          <a:xfrm>
            <a:off x="2240117" y="2755123"/>
            <a:ext cx="5334895" cy="642155"/>
          </a:xfrm>
          <a:prstGeom prst="roundRect">
            <a:avLst>
              <a:gd name="adj" fmla="val 21260"/>
            </a:avLst>
          </a:prstGeom>
          <a:gradFill>
            <a:gsLst>
              <a:gs pos="10000">
                <a:schemeClr val="bg1">
                  <a:alpha val="0"/>
                </a:schemeClr>
              </a:gs>
              <a:gs pos="70000">
                <a:schemeClr val="bg1"/>
              </a:gs>
            </a:gsLst>
            <a:lin ang="11400000" scaled="0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7CA7407E-0764-9C36-EAA6-A3B26AB1695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35" b="38198"/>
          <a:stretch>
            <a:fillRect/>
          </a:stretch>
        </p:blipFill>
        <p:spPr>
          <a:xfrm>
            <a:off x="619248" y="3076200"/>
            <a:ext cx="5334896" cy="3264957"/>
          </a:xfrm>
          <a:prstGeom prst="roundRect">
            <a:avLst>
              <a:gd name="adj" fmla="val 5998"/>
            </a:avLst>
          </a:prstGeom>
        </p:spPr>
      </p:pic>
      <p:sp>
        <p:nvSpPr>
          <p:cNvPr id="27" name="Title 1">
            <a:extLst>
              <a:ext uri="{FF2B5EF4-FFF2-40B4-BE49-F238E27FC236}">
                <a16:creationId xmlns:a16="http://schemas.microsoft.com/office/drawing/2014/main" id="{03452BFF-103C-986B-6311-B16C0F9FEAB8}"/>
              </a:ext>
            </a:extLst>
          </p:cNvPr>
          <p:cNvSpPr txBox="1">
            <a:spLocks/>
          </p:cNvSpPr>
          <p:nvPr/>
        </p:nvSpPr>
        <p:spPr>
          <a:xfrm>
            <a:off x="2355933" y="2852858"/>
            <a:ext cx="3256064" cy="7479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800" dirty="0">
                <a:solidFill>
                  <a:sysClr val="windowText" lastClr="000000"/>
                </a:solidFill>
                <a:latin typeface="Google Sans Flex SemiBold" panose="020B0503030502040204" pitchFamily="34" charset="0"/>
                <a:ea typeface="Google Sans Flex SemiBold" panose="020B0503030502040204" pitchFamily="34" charset="0"/>
                <a:cs typeface="Google Sans Flex SemiBold" panose="020B0503030502040204" pitchFamily="34" charset="0"/>
              </a:rPr>
              <a:t>Loader</a:t>
            </a:r>
            <a:endParaRPr lang="en-US" sz="2800" dirty="0">
              <a:solidFill>
                <a:sysClr val="windowText" lastClr="000000"/>
              </a:solidFill>
              <a:latin typeface="Google Sans Flex SemiBold" panose="020B0503030502040204" pitchFamily="34" charset="0"/>
              <a:ea typeface="Google Sans Flex SemiBold" panose="020B0503030502040204" pitchFamily="34" charset="0"/>
              <a:cs typeface="Google Sans Flex SemiBold" panose="020B0503030502040204" pitchFamily="34" charset="0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6F83A6A-AAF1-0E11-3416-B2D6C2788A24}"/>
              </a:ext>
            </a:extLst>
          </p:cNvPr>
          <p:cNvSpPr/>
          <p:nvPr/>
        </p:nvSpPr>
        <p:spPr>
          <a:xfrm>
            <a:off x="2240117" y="3769869"/>
            <a:ext cx="5334895" cy="1137060"/>
          </a:xfrm>
          <a:prstGeom prst="roundRect">
            <a:avLst>
              <a:gd name="adj" fmla="val 21260"/>
            </a:avLst>
          </a:prstGeom>
          <a:gradFill>
            <a:gsLst>
              <a:gs pos="10000">
                <a:schemeClr val="bg1">
                  <a:alpha val="0"/>
                </a:schemeClr>
              </a:gs>
              <a:gs pos="70000">
                <a:schemeClr val="bg1"/>
              </a:gs>
            </a:gsLst>
            <a:lin ang="11400000" scaled="0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5D15B132-89C3-100D-3C08-2447CF16919A}"/>
              </a:ext>
            </a:extLst>
          </p:cNvPr>
          <p:cNvSpPr txBox="1">
            <a:spLocks/>
          </p:cNvSpPr>
          <p:nvPr/>
        </p:nvSpPr>
        <p:spPr>
          <a:xfrm>
            <a:off x="2355932" y="3867603"/>
            <a:ext cx="4095202" cy="7479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4000" dirty="0">
                <a:solidFill>
                  <a:sysClr val="windowText" lastClr="000000"/>
                </a:solidFill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Driver</a:t>
            </a:r>
            <a:endParaRPr lang="en-US" sz="4000" dirty="0">
              <a:solidFill>
                <a:sysClr val="windowText" lastClr="000000"/>
              </a:solidFill>
              <a:latin typeface="Google Sans Flex" panose="020B0503030502040204" pitchFamily="34" charset="0"/>
              <a:ea typeface="Google Sans Flex" panose="020B0503030502040204" pitchFamily="34" charset="0"/>
              <a:cs typeface="Google Sans Flex" panose="020B0503030502040204" pitchFamily="34" charset="0"/>
            </a:endParaRPr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7A25D62E-C2CF-C0E6-35CC-DB5654F899B4}"/>
              </a:ext>
            </a:extLst>
          </p:cNvPr>
          <p:cNvSpPr txBox="1">
            <a:spLocks/>
          </p:cNvSpPr>
          <p:nvPr/>
        </p:nvSpPr>
        <p:spPr>
          <a:xfrm>
            <a:off x="2371993" y="4435467"/>
            <a:ext cx="3743582" cy="338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1400" dirty="0">
                <a:latin typeface="Google Sans Flex SemiBold" panose="020B0503030502040204" pitchFamily="34" charset="0"/>
                <a:ea typeface="Google Sans Flex SemiBold" panose="020B0503030502040204" pitchFamily="34" charset="0"/>
                <a:cs typeface="Google Sans Flex SemiBold" panose="020B0503030502040204" pitchFamily="34" charset="0"/>
              </a:rPr>
              <a:t>Delivers, Even Offline</a:t>
            </a:r>
            <a:endParaRPr lang="en-US" sz="1400" dirty="0">
              <a:latin typeface="Google Sans Flex SemiBold" panose="020B0503030502040204" pitchFamily="34" charset="0"/>
              <a:ea typeface="Google Sans Flex SemiBold" panose="020B0503030502040204" pitchFamily="34" charset="0"/>
              <a:cs typeface="Google Sans Flex SemiBold" panose="020B0503030502040204" pitchFamily="34" charset="0"/>
            </a:endParaRP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83CA2F32-E1E2-C42E-088F-6A6BDF8EE5E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774"/>
          <a:stretch>
            <a:fillRect/>
          </a:stretch>
        </p:blipFill>
        <p:spPr>
          <a:xfrm flipH="1">
            <a:off x="4161201" y="2526119"/>
            <a:ext cx="5836681" cy="3807000"/>
          </a:xfrm>
          <a:prstGeom prst="rect">
            <a:avLst/>
          </a:prstGeom>
        </p:spPr>
      </p:pic>
      <p:pic>
        <p:nvPicPr>
          <p:cNvPr id="47" name="Picture 46" descr="Customizable 3D iPad Mockups | Rotato">
            <a:extLst>
              <a:ext uri="{FF2B5EF4-FFF2-40B4-BE49-F238E27FC236}">
                <a16:creationId xmlns:a16="http://schemas.microsoft.com/office/drawing/2014/main" id="{38199ABF-A560-C1DB-646D-31BD0739F751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CFCFC">
                  <a:alpha val="98824"/>
                </a:srgbClr>
              </a:clrFrom>
              <a:clrTo>
                <a:srgbClr val="FCFCFC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4491" b="94213" l="9844" r="99453">
                        <a14:foregroundMark x1="8828" y1="9444" x2="17031" y2="4491"/>
                        <a14:foregroundMark x1="17031" y1="4491" x2="31563" y2="8194"/>
                        <a14:foregroundMark x1="31563" y1="8194" x2="36641" y2="19537"/>
                        <a14:foregroundMark x1="36641" y1="19537" x2="40052" y2="10694"/>
                        <a14:foregroundMark x1="40052" y1="10694" x2="52422" y2="8657"/>
                        <a14:foregroundMark x1="52422" y1="8657" x2="56406" y2="9630"/>
                        <a14:foregroundMark x1="9844" y1="4583" x2="23880" y2="4954"/>
                        <a14:foregroundMark x1="20547" y1="93843" x2="31901" y2="94352"/>
                        <a14:foregroundMark x1="31901" y1="94352" x2="59896" y2="88611"/>
                        <a14:foregroundMark x1="59896" y1="88611" x2="96302" y2="94213"/>
                        <a14:foregroundMark x1="99453" y1="92917" x2="97109" y2="92917"/>
                      </a14:backgroundRemoval>
                    </a14:imgEffect>
                  </a14:imgLayer>
                </a14:imgProps>
              </a:ext>
            </a:extLst>
          </a:blip>
          <a:srcRect t="-35996" b="101387"/>
          <a:stretch>
            <a:fillRect/>
          </a:stretch>
        </p:blipFill>
        <p:spPr>
          <a:xfrm flipH="1">
            <a:off x="1845134" y="2078335"/>
            <a:ext cx="7393840" cy="1439445"/>
          </a:xfrm>
          <a:prstGeom prst="rect">
            <a:avLst/>
          </a:prstGeom>
        </p:spPr>
      </p:pic>
      <p:sp>
        <p:nvSpPr>
          <p:cNvPr id="49" name="Title 1">
            <a:extLst>
              <a:ext uri="{FF2B5EF4-FFF2-40B4-BE49-F238E27FC236}">
                <a16:creationId xmlns:a16="http://schemas.microsoft.com/office/drawing/2014/main" id="{64398620-71E0-1A35-6AB4-DE24AECC46E0}"/>
              </a:ext>
            </a:extLst>
          </p:cNvPr>
          <p:cNvSpPr txBox="1">
            <a:spLocks/>
          </p:cNvSpPr>
          <p:nvPr/>
        </p:nvSpPr>
        <p:spPr>
          <a:xfrm>
            <a:off x="8594145" y="839809"/>
            <a:ext cx="3379127" cy="23196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600" dirty="0">
                <a:solidFill>
                  <a:srgbClr val="00B050"/>
                </a:solidFill>
                <a:latin typeface="Google Sans Flex SemiBold" panose="020B0503030502040204" pitchFamily="34" charset="0"/>
                <a:ea typeface="Google Sans Flex SemiBold" panose="020B0503030502040204" pitchFamily="34" charset="0"/>
                <a:cs typeface="Google Sans Flex SemiBold" panose="020B0503030502040204" pitchFamily="34" charset="0"/>
              </a:rPr>
              <a:t>4 People </a:t>
            </a:r>
          </a:p>
          <a:p>
            <a:pPr algn="l"/>
            <a:r>
              <a:rPr lang="en-GB" sz="3600" dirty="0">
                <a:solidFill>
                  <a:srgbClr val="00B050"/>
                </a:solidFill>
                <a:latin typeface="Google Sans Flex SemiBold" panose="020B0503030502040204" pitchFamily="34" charset="0"/>
                <a:ea typeface="Google Sans Flex SemiBold" panose="020B0503030502040204" pitchFamily="34" charset="0"/>
                <a:cs typeface="Google Sans Flex SemiBold" panose="020B0503030502040204" pitchFamily="34" charset="0"/>
              </a:rPr>
              <a:t>One app,  </a:t>
            </a:r>
          </a:p>
          <a:p>
            <a:pPr algn="l"/>
            <a:r>
              <a:rPr lang="en-GB" sz="3600" dirty="0">
                <a:latin typeface="Google Sans Flex Light" panose="020B0503030502040204" pitchFamily="34" charset="0"/>
                <a:ea typeface="Google Sans Flex Light" panose="020B0503030502040204" pitchFamily="34" charset="0"/>
                <a:cs typeface="Google Sans Flex Light" panose="020B0503030502040204" pitchFamily="34" charset="0"/>
              </a:rPr>
              <a:t>Every Handoff </a:t>
            </a:r>
          </a:p>
          <a:p>
            <a:pPr algn="l"/>
            <a:r>
              <a:rPr lang="en-GB" sz="3600" dirty="0">
                <a:latin typeface="Google Sans Flex Light" panose="020B0503030502040204" pitchFamily="34" charset="0"/>
                <a:ea typeface="Google Sans Flex Light" panose="020B0503030502040204" pitchFamily="34" charset="0"/>
                <a:cs typeface="Google Sans Flex Light" panose="020B0503030502040204" pitchFamily="34" charset="0"/>
              </a:rPr>
              <a:t>on record</a:t>
            </a:r>
            <a:endParaRPr lang="en-US" sz="3600" dirty="0">
              <a:latin typeface="Google Sans Flex Light" panose="020B0503030502040204" pitchFamily="34" charset="0"/>
              <a:ea typeface="Google Sans Flex Light" panose="020B0503030502040204" pitchFamily="34" charset="0"/>
              <a:cs typeface="Google Sans Flex Light" panose="020B0503030502040204" pitchFamily="34" charset="0"/>
            </a:endParaRP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775135A7-C4E2-58AA-4B62-4074F2ED449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40402" b="103988"/>
          <a:stretch>
            <a:fillRect/>
          </a:stretch>
        </p:blipFill>
        <p:spPr>
          <a:xfrm>
            <a:off x="3762364" y="2275261"/>
            <a:ext cx="4815684" cy="1242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6319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1418</TotalTime>
  <Words>750</Words>
  <Application>Microsoft Office PowerPoint</Application>
  <PresentationFormat>Widescreen</PresentationFormat>
  <Paragraphs>201</Paragraphs>
  <Slides>16</Slides>
  <Notes>11</Notes>
  <HiddenSlides>0</HiddenSlides>
  <MMClips>1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Arial</vt:lpstr>
      <vt:lpstr>Calibri</vt:lpstr>
      <vt:lpstr>Calibri Light</vt:lpstr>
      <vt:lpstr>Google Sans Flex</vt:lpstr>
      <vt:lpstr>Google Sans Flex ExtraBold</vt:lpstr>
      <vt:lpstr>Google Sans Flex Light</vt:lpstr>
      <vt:lpstr>Google Sans Flex SemiBold</vt:lpstr>
      <vt:lpstr>UN-Malithi</vt:lpstr>
      <vt:lpstr>Office Theme</vt:lpstr>
      <vt:lpstr>GO</vt:lpstr>
      <vt:lpstr>GO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Ground Operations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Isuru Sudarshana</dc:creator>
  <cp:lastModifiedBy>Isuru Sudarshana</cp:lastModifiedBy>
  <cp:revision>6</cp:revision>
  <dcterms:created xsi:type="dcterms:W3CDTF">2026-10-26T15:49:06Z</dcterms:created>
  <dcterms:modified xsi:type="dcterms:W3CDTF">2026-10-27T15:29:22Z</dcterms:modified>
</cp:coreProperties>
</file>